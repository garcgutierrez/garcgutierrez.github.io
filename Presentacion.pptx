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56" r:id="rId5"/>
    <p:sldId id="352" r:id="rId6"/>
    <p:sldId id="341" r:id="rId7"/>
    <p:sldId id="345" r:id="rId8"/>
    <p:sldId id="346" r:id="rId9"/>
    <p:sldId id="344" r:id="rId10"/>
    <p:sldId id="258" r:id="rId11"/>
    <p:sldId id="334" r:id="rId12"/>
    <p:sldId id="347" r:id="rId13"/>
    <p:sldId id="339" r:id="rId14"/>
    <p:sldId id="348" r:id="rId15"/>
    <p:sldId id="349" r:id="rId16"/>
    <p:sldId id="353" r:id="rId17"/>
    <p:sldId id="351" r:id="rId18"/>
    <p:sldId id="266" r:id="rId19"/>
    <p:sldId id="310" r:id="rId20"/>
    <p:sldId id="332" r:id="rId21"/>
  </p:sldIdLst>
  <p:sldSz cx="5765800" cy="3244850"/>
  <p:notesSz cx="5765800" cy="32448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8F5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7EDCC8-5890-405E-A1F2-5DAED3DFE692}" v="25" dt="2026-06-19T05:01:50.07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1364" y="8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RIAN GARCIA GUTIERREZ" userId="e5072685-c3ab-450a-9773-378530a0ed3c" providerId="ADAL" clId="{5670A7E3-D975-40F0-8DD4-A4F4935F2183}"/>
    <pc:docChg chg="undo custSel addSld delSld modSld modShowInfo">
      <pc:chgData name="ADRIAN GARCIA GUTIERREZ" userId="e5072685-c3ab-450a-9773-378530a0ed3c" providerId="ADAL" clId="{5670A7E3-D975-40F0-8DD4-A4F4935F2183}" dt="2026-06-19T05:13:41.781" v="314" actId="2744"/>
      <pc:docMkLst>
        <pc:docMk/>
      </pc:docMkLst>
      <pc:sldChg chg="delSp mod">
        <pc:chgData name="ADRIAN GARCIA GUTIERREZ" userId="e5072685-c3ab-450a-9773-378530a0ed3c" providerId="ADAL" clId="{5670A7E3-D975-40F0-8DD4-A4F4935F2183}" dt="2026-06-18T13:15:46.026" v="17" actId="478"/>
        <pc:sldMkLst>
          <pc:docMk/>
          <pc:sldMk cId="0" sldId="256"/>
        </pc:sldMkLst>
        <pc:spChg chg="del">
          <ac:chgData name="ADRIAN GARCIA GUTIERREZ" userId="e5072685-c3ab-450a-9773-378530a0ed3c" providerId="ADAL" clId="{5670A7E3-D975-40F0-8DD4-A4F4935F2183}" dt="2026-06-18T13:15:46.026" v="17" actId="478"/>
          <ac:spMkLst>
            <pc:docMk/>
            <pc:sldMk cId="0" sldId="256"/>
            <ac:spMk id="6" creationId="{7C85B990-564A-306D-8F77-E90687FE0AB6}"/>
          </ac:spMkLst>
        </pc:spChg>
      </pc:sldChg>
      <pc:sldChg chg="addSp delSp modSp mod">
        <pc:chgData name="ADRIAN GARCIA GUTIERREZ" userId="e5072685-c3ab-450a-9773-378530a0ed3c" providerId="ADAL" clId="{5670A7E3-D975-40F0-8DD4-A4F4935F2183}" dt="2026-06-19T05:06:01.467" v="307" actId="1076"/>
        <pc:sldMkLst>
          <pc:docMk/>
          <pc:sldMk cId="0" sldId="266"/>
        </pc:sldMkLst>
        <pc:spChg chg="mod">
          <ac:chgData name="ADRIAN GARCIA GUTIERREZ" userId="e5072685-c3ab-450a-9773-378530a0ed3c" providerId="ADAL" clId="{5670A7E3-D975-40F0-8DD4-A4F4935F2183}" dt="2026-06-19T05:02:05.292" v="222" actId="1076"/>
          <ac:spMkLst>
            <pc:docMk/>
            <pc:sldMk cId="0" sldId="266"/>
            <ac:spMk id="2" creationId="{00000000-0000-0000-0000-000000000000}"/>
          </ac:spMkLst>
        </pc:spChg>
        <pc:spChg chg="mod">
          <ac:chgData name="ADRIAN GARCIA GUTIERREZ" userId="e5072685-c3ab-450a-9773-378530a0ed3c" providerId="ADAL" clId="{5670A7E3-D975-40F0-8DD4-A4F4935F2183}" dt="2026-06-19T05:02:05.292" v="222" actId="1076"/>
          <ac:spMkLst>
            <pc:docMk/>
            <pc:sldMk cId="0" sldId="266"/>
            <ac:spMk id="3" creationId="{00000000-0000-0000-0000-000000000000}"/>
          </ac:spMkLst>
        </pc:spChg>
        <pc:spChg chg="del">
          <ac:chgData name="ADRIAN GARCIA GUTIERREZ" userId="e5072685-c3ab-450a-9773-378530a0ed3c" providerId="ADAL" clId="{5670A7E3-D975-40F0-8DD4-A4F4935F2183}" dt="2026-06-18T13:30:52.792" v="69" actId="478"/>
          <ac:spMkLst>
            <pc:docMk/>
            <pc:sldMk cId="0" sldId="266"/>
            <ac:spMk id="4" creationId="{00000000-0000-0000-0000-000000000000}"/>
          </ac:spMkLst>
        </pc:spChg>
        <pc:spChg chg="add mod">
          <ac:chgData name="ADRIAN GARCIA GUTIERREZ" userId="e5072685-c3ab-450a-9773-378530a0ed3c" providerId="ADAL" clId="{5670A7E3-D975-40F0-8DD4-A4F4935F2183}" dt="2026-06-19T05:05:33.823" v="297" actId="14100"/>
          <ac:spMkLst>
            <pc:docMk/>
            <pc:sldMk cId="0" sldId="266"/>
            <ac:spMk id="4" creationId="{5C17A52D-F4EF-9D61-1586-5D75B4AD2AF4}"/>
          </ac:spMkLst>
        </pc:spChg>
        <pc:spChg chg="del">
          <ac:chgData name="ADRIAN GARCIA GUTIERREZ" userId="e5072685-c3ab-450a-9773-378530a0ed3c" providerId="ADAL" clId="{5670A7E3-D975-40F0-8DD4-A4F4935F2183}" dt="2026-06-19T05:01:42.357" v="215" actId="478"/>
          <ac:spMkLst>
            <pc:docMk/>
            <pc:sldMk cId="0" sldId="266"/>
            <ac:spMk id="5" creationId="{00000000-0000-0000-0000-000000000000}"/>
          </ac:spMkLst>
        </pc:spChg>
        <pc:spChg chg="del">
          <ac:chgData name="ADRIAN GARCIA GUTIERREZ" userId="e5072685-c3ab-450a-9773-378530a0ed3c" providerId="ADAL" clId="{5670A7E3-D975-40F0-8DD4-A4F4935F2183}" dt="2026-06-19T05:01:42.357" v="215" actId="478"/>
          <ac:spMkLst>
            <pc:docMk/>
            <pc:sldMk cId="0" sldId="266"/>
            <ac:spMk id="6" creationId="{00000000-0000-0000-0000-000000000000}"/>
          </ac:spMkLst>
        </pc:spChg>
        <pc:spChg chg="del">
          <ac:chgData name="ADRIAN GARCIA GUTIERREZ" userId="e5072685-c3ab-450a-9773-378530a0ed3c" providerId="ADAL" clId="{5670A7E3-D975-40F0-8DD4-A4F4935F2183}" dt="2026-06-19T05:01:42.357" v="215" actId="478"/>
          <ac:spMkLst>
            <pc:docMk/>
            <pc:sldMk cId="0" sldId="266"/>
            <ac:spMk id="7" creationId="{00000000-0000-0000-0000-000000000000}"/>
          </ac:spMkLst>
        </pc:spChg>
        <pc:spChg chg="del">
          <ac:chgData name="ADRIAN GARCIA GUTIERREZ" userId="e5072685-c3ab-450a-9773-378530a0ed3c" providerId="ADAL" clId="{5670A7E3-D975-40F0-8DD4-A4F4935F2183}" dt="2026-06-19T05:01:45.023" v="216" actId="478"/>
          <ac:spMkLst>
            <pc:docMk/>
            <pc:sldMk cId="0" sldId="266"/>
            <ac:spMk id="8" creationId="{00000000-0000-0000-0000-000000000000}"/>
          </ac:spMkLst>
        </pc:spChg>
        <pc:spChg chg="del">
          <ac:chgData name="ADRIAN GARCIA GUTIERREZ" userId="e5072685-c3ab-450a-9773-378530a0ed3c" providerId="ADAL" clId="{5670A7E3-D975-40F0-8DD4-A4F4935F2183}" dt="2026-06-18T13:30:51.229" v="68" actId="478"/>
          <ac:spMkLst>
            <pc:docMk/>
            <pc:sldMk cId="0" sldId="266"/>
            <ac:spMk id="9" creationId="{00000000-0000-0000-0000-000000000000}"/>
          </ac:spMkLst>
        </pc:spChg>
        <pc:spChg chg="add mod">
          <ac:chgData name="ADRIAN GARCIA GUTIERREZ" userId="e5072685-c3ab-450a-9773-378530a0ed3c" providerId="ADAL" clId="{5670A7E3-D975-40F0-8DD4-A4F4935F2183}" dt="2026-06-19T05:05:47.803" v="304" actId="6549"/>
          <ac:spMkLst>
            <pc:docMk/>
            <pc:sldMk cId="0" sldId="266"/>
            <ac:spMk id="9" creationId="{F1121104-3188-CE44-6175-1B8BDE0EB914}"/>
          </ac:spMkLst>
        </pc:spChg>
        <pc:spChg chg="del">
          <ac:chgData name="ADRIAN GARCIA GUTIERREZ" userId="e5072685-c3ab-450a-9773-378530a0ed3c" providerId="ADAL" clId="{5670A7E3-D975-40F0-8DD4-A4F4935F2183}" dt="2026-06-19T05:01:48.443" v="217" actId="478"/>
          <ac:spMkLst>
            <pc:docMk/>
            <pc:sldMk cId="0" sldId="266"/>
            <ac:spMk id="10" creationId="{00000000-0000-0000-0000-000000000000}"/>
          </ac:spMkLst>
        </pc:spChg>
        <pc:spChg chg="del">
          <ac:chgData name="ADRIAN GARCIA GUTIERREZ" userId="e5072685-c3ab-450a-9773-378530a0ed3c" providerId="ADAL" clId="{5670A7E3-D975-40F0-8DD4-A4F4935F2183}" dt="2026-06-19T05:01:48.443" v="217" actId="478"/>
          <ac:spMkLst>
            <pc:docMk/>
            <pc:sldMk cId="0" sldId="266"/>
            <ac:spMk id="11" creationId="{00000000-0000-0000-0000-000000000000}"/>
          </ac:spMkLst>
        </pc:spChg>
        <pc:spChg chg="del">
          <ac:chgData name="ADRIAN GARCIA GUTIERREZ" userId="e5072685-c3ab-450a-9773-378530a0ed3c" providerId="ADAL" clId="{5670A7E3-D975-40F0-8DD4-A4F4935F2183}" dt="2026-06-19T05:01:37.966" v="214" actId="478"/>
          <ac:spMkLst>
            <pc:docMk/>
            <pc:sldMk cId="0" sldId="266"/>
            <ac:spMk id="12" creationId="{00000000-0000-0000-0000-000000000000}"/>
          </ac:spMkLst>
        </pc:spChg>
        <pc:spChg chg="del">
          <ac:chgData name="ADRIAN GARCIA GUTIERREZ" userId="e5072685-c3ab-450a-9773-378530a0ed3c" providerId="ADAL" clId="{5670A7E3-D975-40F0-8DD4-A4F4935F2183}" dt="2026-06-19T05:01:42.357" v="215" actId="478"/>
          <ac:spMkLst>
            <pc:docMk/>
            <pc:sldMk cId="0" sldId="266"/>
            <ac:spMk id="13" creationId="{00000000-0000-0000-0000-000000000000}"/>
          </ac:spMkLst>
        </pc:spChg>
        <pc:spChg chg="del">
          <ac:chgData name="ADRIAN GARCIA GUTIERREZ" userId="e5072685-c3ab-450a-9773-378530a0ed3c" providerId="ADAL" clId="{5670A7E3-D975-40F0-8DD4-A4F4935F2183}" dt="2026-06-19T05:01:42.357" v="215" actId="478"/>
          <ac:spMkLst>
            <pc:docMk/>
            <pc:sldMk cId="0" sldId="266"/>
            <ac:spMk id="14" creationId="{00000000-0000-0000-0000-000000000000}"/>
          </ac:spMkLst>
        </pc:spChg>
        <pc:spChg chg="del">
          <ac:chgData name="ADRIAN GARCIA GUTIERREZ" userId="e5072685-c3ab-450a-9773-378530a0ed3c" providerId="ADAL" clId="{5670A7E3-D975-40F0-8DD4-A4F4935F2183}" dt="2026-06-19T05:01:42.357" v="215" actId="478"/>
          <ac:spMkLst>
            <pc:docMk/>
            <pc:sldMk cId="0" sldId="266"/>
            <ac:spMk id="15" creationId="{00000000-0000-0000-0000-000000000000}"/>
          </ac:spMkLst>
        </pc:spChg>
        <pc:spChg chg="del">
          <ac:chgData name="ADRIAN GARCIA GUTIERREZ" userId="e5072685-c3ab-450a-9773-378530a0ed3c" providerId="ADAL" clId="{5670A7E3-D975-40F0-8DD4-A4F4935F2183}" dt="2026-06-18T13:30:45.902" v="66" actId="478"/>
          <ac:spMkLst>
            <pc:docMk/>
            <pc:sldMk cId="0" sldId="266"/>
            <ac:spMk id="16" creationId="{00000000-0000-0000-0000-000000000000}"/>
          </ac:spMkLst>
        </pc:spChg>
        <pc:spChg chg="add mod">
          <ac:chgData name="ADRIAN GARCIA GUTIERREZ" userId="e5072685-c3ab-450a-9773-378530a0ed3c" providerId="ADAL" clId="{5670A7E3-D975-40F0-8DD4-A4F4935F2183}" dt="2026-06-19T05:06:01.467" v="307" actId="1076"/>
          <ac:spMkLst>
            <pc:docMk/>
            <pc:sldMk cId="0" sldId="266"/>
            <ac:spMk id="16" creationId="{98B6B89C-6A52-22CB-9DC7-39B877B41CDF}"/>
          </ac:spMkLst>
        </pc:spChg>
        <pc:spChg chg="del">
          <ac:chgData name="ADRIAN GARCIA GUTIERREZ" userId="e5072685-c3ab-450a-9773-378530a0ed3c" providerId="ADAL" clId="{5670A7E3-D975-40F0-8DD4-A4F4935F2183}" dt="2026-06-18T13:30:51.229" v="68" actId="478"/>
          <ac:spMkLst>
            <pc:docMk/>
            <pc:sldMk cId="0" sldId="266"/>
            <ac:spMk id="17" creationId="{00000000-0000-0000-0000-000000000000}"/>
          </ac:spMkLst>
        </pc:spChg>
        <pc:spChg chg="add mod">
          <ac:chgData name="ADRIAN GARCIA GUTIERREZ" userId="e5072685-c3ab-450a-9773-378530a0ed3c" providerId="ADAL" clId="{5670A7E3-D975-40F0-8DD4-A4F4935F2183}" dt="2026-06-19T05:05:10.642" v="293" actId="1076"/>
          <ac:spMkLst>
            <pc:docMk/>
            <pc:sldMk cId="0" sldId="266"/>
            <ac:spMk id="17" creationId="{9DC1790E-2755-3666-84E3-0E0A91CB9993}"/>
          </ac:spMkLst>
        </pc:spChg>
        <pc:spChg chg="del">
          <ac:chgData name="ADRIAN GARCIA GUTIERREZ" userId="e5072685-c3ab-450a-9773-378530a0ed3c" providerId="ADAL" clId="{5670A7E3-D975-40F0-8DD4-A4F4935F2183}" dt="2026-06-19T05:01:48.443" v="217" actId="478"/>
          <ac:spMkLst>
            <pc:docMk/>
            <pc:sldMk cId="0" sldId="266"/>
            <ac:spMk id="18" creationId="{00000000-0000-0000-0000-000000000000}"/>
          </ac:spMkLst>
        </pc:spChg>
        <pc:spChg chg="del">
          <ac:chgData name="ADRIAN GARCIA GUTIERREZ" userId="e5072685-c3ab-450a-9773-378530a0ed3c" providerId="ADAL" clId="{5670A7E3-D975-40F0-8DD4-A4F4935F2183}" dt="2026-06-18T13:30:47.746" v="67" actId="478"/>
          <ac:spMkLst>
            <pc:docMk/>
            <pc:sldMk cId="0" sldId="266"/>
            <ac:spMk id="19" creationId="{00000000-0000-0000-0000-000000000000}"/>
          </ac:spMkLst>
        </pc:spChg>
        <pc:spChg chg="add mod">
          <ac:chgData name="ADRIAN GARCIA GUTIERREZ" userId="e5072685-c3ab-450a-9773-378530a0ed3c" providerId="ADAL" clId="{5670A7E3-D975-40F0-8DD4-A4F4935F2183}" dt="2026-06-19T05:04:52.926" v="290" actId="1076"/>
          <ac:spMkLst>
            <pc:docMk/>
            <pc:sldMk cId="0" sldId="266"/>
            <ac:spMk id="19" creationId="{C3942332-CFB2-8231-F9DE-4FD9C2F073A8}"/>
          </ac:spMkLst>
        </pc:spChg>
        <pc:spChg chg="del">
          <ac:chgData name="ADRIAN GARCIA GUTIERREZ" userId="e5072685-c3ab-450a-9773-378530a0ed3c" providerId="ADAL" clId="{5670A7E3-D975-40F0-8DD4-A4F4935F2183}" dt="2026-06-18T13:14:33.049" v="10" actId="478"/>
          <ac:spMkLst>
            <pc:docMk/>
            <pc:sldMk cId="0" sldId="266"/>
            <ac:spMk id="20" creationId="{00000000-0000-0000-0000-000000000000}"/>
          </ac:spMkLst>
        </pc:spChg>
        <pc:spChg chg="add mod">
          <ac:chgData name="ADRIAN GARCIA GUTIERREZ" userId="e5072685-c3ab-450a-9773-378530a0ed3c" providerId="ADAL" clId="{5670A7E3-D975-40F0-8DD4-A4F4935F2183}" dt="2026-06-19T05:05:55.943" v="306" actId="1076"/>
          <ac:spMkLst>
            <pc:docMk/>
            <pc:sldMk cId="0" sldId="266"/>
            <ac:spMk id="20" creationId="{5604A872-AC22-D825-312B-DF1F5CC51F08}"/>
          </ac:spMkLst>
        </pc:spChg>
        <pc:spChg chg="add mod">
          <ac:chgData name="ADRIAN GARCIA GUTIERREZ" userId="e5072685-c3ab-450a-9773-378530a0ed3c" providerId="ADAL" clId="{5670A7E3-D975-40F0-8DD4-A4F4935F2183}" dt="2026-06-19T05:04:12.952" v="280" actId="1076"/>
          <ac:spMkLst>
            <pc:docMk/>
            <pc:sldMk cId="0" sldId="266"/>
            <ac:spMk id="21" creationId="{104F16C2-71FE-8291-D135-017C8F7D0524}"/>
          </ac:spMkLst>
        </pc:spChg>
      </pc:sldChg>
      <pc:sldChg chg="modSp mod">
        <pc:chgData name="ADRIAN GARCIA GUTIERREZ" userId="e5072685-c3ab-450a-9773-378530a0ed3c" providerId="ADAL" clId="{5670A7E3-D975-40F0-8DD4-A4F4935F2183}" dt="2026-06-18T13:19:08.313" v="62" actId="20577"/>
        <pc:sldMkLst>
          <pc:docMk/>
          <pc:sldMk cId="55373454" sldId="310"/>
        </pc:sldMkLst>
        <pc:spChg chg="mod">
          <ac:chgData name="ADRIAN GARCIA GUTIERREZ" userId="e5072685-c3ab-450a-9773-378530a0ed3c" providerId="ADAL" clId="{5670A7E3-D975-40F0-8DD4-A4F4935F2183}" dt="2026-06-18T13:19:08.313" v="62" actId="20577"/>
          <ac:spMkLst>
            <pc:docMk/>
            <pc:sldMk cId="55373454" sldId="310"/>
            <ac:spMk id="2" creationId="{00000000-0000-0000-0000-000000000000}"/>
          </ac:spMkLst>
        </pc:spChg>
      </pc:sldChg>
      <pc:sldChg chg="modSp mod">
        <pc:chgData name="ADRIAN GARCIA GUTIERREZ" userId="e5072685-c3ab-450a-9773-378530a0ed3c" providerId="ADAL" clId="{5670A7E3-D975-40F0-8DD4-A4F4935F2183}" dt="2026-06-18T13:18:29.911" v="58" actId="20577"/>
        <pc:sldMkLst>
          <pc:docMk/>
          <pc:sldMk cId="1178653652" sldId="339"/>
        </pc:sldMkLst>
        <pc:spChg chg="mod">
          <ac:chgData name="ADRIAN GARCIA GUTIERREZ" userId="e5072685-c3ab-450a-9773-378530a0ed3c" providerId="ADAL" clId="{5670A7E3-D975-40F0-8DD4-A4F4935F2183}" dt="2026-06-18T13:18:29.911" v="58" actId="20577"/>
          <ac:spMkLst>
            <pc:docMk/>
            <pc:sldMk cId="1178653652" sldId="339"/>
            <ac:spMk id="4" creationId="{F002A631-7E0A-736A-68FF-9F1C2176BC11}"/>
          </ac:spMkLst>
        </pc:spChg>
      </pc:sldChg>
      <pc:sldChg chg="modSp mod">
        <pc:chgData name="ADRIAN GARCIA GUTIERREZ" userId="e5072685-c3ab-450a-9773-378530a0ed3c" providerId="ADAL" clId="{5670A7E3-D975-40F0-8DD4-A4F4935F2183}" dt="2026-06-18T13:16:47.488" v="27" actId="1036"/>
        <pc:sldMkLst>
          <pc:docMk/>
          <pc:sldMk cId="249698113" sldId="341"/>
        </pc:sldMkLst>
        <pc:spChg chg="mod">
          <ac:chgData name="ADRIAN GARCIA GUTIERREZ" userId="e5072685-c3ab-450a-9773-378530a0ed3c" providerId="ADAL" clId="{5670A7E3-D975-40F0-8DD4-A4F4935F2183}" dt="2026-06-18T13:11:33.837" v="8" actId="20577"/>
          <ac:spMkLst>
            <pc:docMk/>
            <pc:sldMk cId="249698113" sldId="341"/>
            <ac:spMk id="2" creationId="{C016C6E7-AB3A-A44D-93A5-43F7E401C9FB}"/>
          </ac:spMkLst>
        </pc:spChg>
        <pc:spChg chg="mod">
          <ac:chgData name="ADRIAN GARCIA GUTIERREZ" userId="e5072685-c3ab-450a-9773-378530a0ed3c" providerId="ADAL" clId="{5670A7E3-D975-40F0-8DD4-A4F4935F2183}" dt="2026-06-18T13:16:47.488" v="27" actId="1036"/>
          <ac:spMkLst>
            <pc:docMk/>
            <pc:sldMk cId="249698113" sldId="341"/>
            <ac:spMk id="5" creationId="{6E4C9C21-9F18-4C48-2384-9B1E0F6C7179}"/>
          </ac:spMkLst>
        </pc:spChg>
      </pc:sldChg>
      <pc:sldChg chg="addSp delSp modSp mod modClrScheme chgLayout">
        <pc:chgData name="ADRIAN GARCIA GUTIERREZ" userId="e5072685-c3ab-450a-9773-378530a0ed3c" providerId="ADAL" clId="{5670A7E3-D975-40F0-8DD4-A4F4935F2183}" dt="2026-06-18T13:17:49.486" v="51" actId="255"/>
        <pc:sldMkLst>
          <pc:docMk/>
          <pc:sldMk cId="0" sldId="345"/>
        </pc:sldMkLst>
        <pc:spChg chg="add del mod ord">
          <ac:chgData name="ADRIAN GARCIA GUTIERREZ" userId="e5072685-c3ab-450a-9773-378530a0ed3c" providerId="ADAL" clId="{5670A7E3-D975-40F0-8DD4-A4F4935F2183}" dt="2026-06-18T13:16:32.324" v="24" actId="700"/>
          <ac:spMkLst>
            <pc:docMk/>
            <pc:sldMk cId="0" sldId="345"/>
            <ac:spMk id="2" creationId="{978070AE-6A99-8788-09C7-D02A47516655}"/>
          </ac:spMkLst>
        </pc:spChg>
        <pc:spChg chg="del">
          <ac:chgData name="ADRIAN GARCIA GUTIERREZ" userId="e5072685-c3ab-450a-9773-378530a0ed3c" providerId="ADAL" clId="{5670A7E3-D975-40F0-8DD4-A4F4935F2183}" dt="2026-06-18T13:16:11.453" v="22" actId="478"/>
          <ac:spMkLst>
            <pc:docMk/>
            <pc:sldMk cId="0" sldId="345"/>
            <ac:spMk id="17" creationId="{00000000-0000-0000-0000-000000000000}"/>
          </ac:spMkLst>
        </pc:spChg>
        <pc:spChg chg="add mod">
          <ac:chgData name="ADRIAN GARCIA GUTIERREZ" userId="e5072685-c3ab-450a-9773-378530a0ed3c" providerId="ADAL" clId="{5670A7E3-D975-40F0-8DD4-A4F4935F2183}" dt="2026-06-18T13:16:58.267" v="33"/>
          <ac:spMkLst>
            <pc:docMk/>
            <pc:sldMk cId="0" sldId="345"/>
            <ac:spMk id="18" creationId="{B9D961C4-0467-F7B3-5B5C-3B8AB23B331E}"/>
          </ac:spMkLst>
        </pc:spChg>
        <pc:spChg chg="add mod">
          <ac:chgData name="ADRIAN GARCIA GUTIERREZ" userId="e5072685-c3ab-450a-9773-378530a0ed3c" providerId="ADAL" clId="{5670A7E3-D975-40F0-8DD4-A4F4935F2183}" dt="2026-06-18T13:17:49.486" v="51" actId="255"/>
          <ac:spMkLst>
            <pc:docMk/>
            <pc:sldMk cId="0" sldId="345"/>
            <ac:spMk id="19" creationId="{25327671-B68E-9FB5-8A06-CB8074246CBF}"/>
          </ac:spMkLst>
        </pc:spChg>
      </pc:sldChg>
      <pc:sldChg chg="addSp modSp mod">
        <pc:chgData name="ADRIAN GARCIA GUTIERREZ" userId="e5072685-c3ab-450a-9773-378530a0ed3c" providerId="ADAL" clId="{5670A7E3-D975-40F0-8DD4-A4F4935F2183}" dt="2026-06-19T05:09:39.153" v="311" actId="255"/>
        <pc:sldMkLst>
          <pc:docMk/>
          <pc:sldMk cId="1130385406" sldId="346"/>
        </pc:sldMkLst>
        <pc:spChg chg="add mod">
          <ac:chgData name="ADRIAN GARCIA GUTIERREZ" userId="e5072685-c3ab-450a-9773-378530a0ed3c" providerId="ADAL" clId="{5670A7E3-D975-40F0-8DD4-A4F4935F2183}" dt="2026-06-18T13:18:09.717" v="54" actId="14100"/>
          <ac:spMkLst>
            <pc:docMk/>
            <pc:sldMk cId="1130385406" sldId="346"/>
            <ac:spMk id="2" creationId="{BFE67036-8F3C-48EB-6215-71D0307CC271}"/>
          </ac:spMkLst>
        </pc:spChg>
        <pc:spChg chg="mod">
          <ac:chgData name="ADRIAN GARCIA GUTIERREZ" userId="e5072685-c3ab-450a-9773-378530a0ed3c" providerId="ADAL" clId="{5670A7E3-D975-40F0-8DD4-A4F4935F2183}" dt="2026-06-19T05:09:39.153" v="311" actId="255"/>
          <ac:spMkLst>
            <pc:docMk/>
            <pc:sldMk cId="1130385406" sldId="346"/>
            <ac:spMk id="10" creationId="{F4B72630-3DC0-0E92-B724-1142F71745F2}"/>
          </ac:spMkLst>
        </pc:spChg>
      </pc:sldChg>
      <pc:sldChg chg="modSp mod">
        <pc:chgData name="ADRIAN GARCIA GUTIERREZ" userId="e5072685-c3ab-450a-9773-378530a0ed3c" providerId="ADAL" clId="{5670A7E3-D975-40F0-8DD4-A4F4935F2183}" dt="2026-06-18T13:15:31.623" v="16" actId="20577"/>
        <pc:sldMkLst>
          <pc:docMk/>
          <pc:sldMk cId="1159504069" sldId="348"/>
        </pc:sldMkLst>
        <pc:spChg chg="mod">
          <ac:chgData name="ADRIAN GARCIA GUTIERREZ" userId="e5072685-c3ab-450a-9773-378530a0ed3c" providerId="ADAL" clId="{5670A7E3-D975-40F0-8DD4-A4F4935F2183}" dt="2026-06-18T13:15:31.623" v="16" actId="20577"/>
          <ac:spMkLst>
            <pc:docMk/>
            <pc:sldMk cId="1159504069" sldId="348"/>
            <ac:spMk id="3" creationId="{DFD06209-8867-066D-36CD-4BD831A5062D}"/>
          </ac:spMkLst>
        </pc:spChg>
      </pc:sldChg>
      <pc:sldChg chg="modSp mod">
        <pc:chgData name="ADRIAN GARCIA GUTIERREZ" userId="e5072685-c3ab-450a-9773-378530a0ed3c" providerId="ADAL" clId="{5670A7E3-D975-40F0-8DD4-A4F4935F2183}" dt="2026-06-18T13:15:14.470" v="12" actId="20577"/>
        <pc:sldMkLst>
          <pc:docMk/>
          <pc:sldMk cId="1392894634" sldId="349"/>
        </pc:sldMkLst>
        <pc:spChg chg="mod">
          <ac:chgData name="ADRIAN GARCIA GUTIERREZ" userId="e5072685-c3ab-450a-9773-378530a0ed3c" providerId="ADAL" clId="{5670A7E3-D975-40F0-8DD4-A4F4935F2183}" dt="2026-06-18T13:15:14.470" v="12" actId="20577"/>
          <ac:spMkLst>
            <pc:docMk/>
            <pc:sldMk cId="1392894634" sldId="349"/>
            <ac:spMk id="3" creationId="{768D2F82-D412-F8CE-A2B4-14B95F19A9DE}"/>
          </ac:spMkLst>
        </pc:spChg>
      </pc:sldChg>
      <pc:sldChg chg="modSp del mod">
        <pc:chgData name="ADRIAN GARCIA GUTIERREZ" userId="e5072685-c3ab-450a-9773-378530a0ed3c" providerId="ADAL" clId="{5670A7E3-D975-40F0-8DD4-A4F4935F2183}" dt="2026-06-19T04:48:37.778" v="76" actId="47"/>
        <pc:sldMkLst>
          <pc:docMk/>
          <pc:sldMk cId="804167394" sldId="350"/>
        </pc:sldMkLst>
        <pc:spChg chg="mod">
          <ac:chgData name="ADRIAN GARCIA GUTIERREZ" userId="e5072685-c3ab-450a-9773-378530a0ed3c" providerId="ADAL" clId="{5670A7E3-D975-40F0-8DD4-A4F4935F2183}" dt="2026-06-19T04:48:35.024" v="75" actId="6549"/>
          <ac:spMkLst>
            <pc:docMk/>
            <pc:sldMk cId="804167394" sldId="350"/>
            <ac:spMk id="2" creationId="{FBB39C96-6114-3A4A-A885-C8E2441A8F71}"/>
          </ac:spMkLst>
        </pc:spChg>
        <pc:spChg chg="mod">
          <ac:chgData name="ADRIAN GARCIA GUTIERREZ" userId="e5072685-c3ab-450a-9773-378530a0ed3c" providerId="ADAL" clId="{5670A7E3-D975-40F0-8DD4-A4F4935F2183}" dt="2026-06-18T13:15:22.562" v="14" actId="20577"/>
          <ac:spMkLst>
            <pc:docMk/>
            <pc:sldMk cId="804167394" sldId="350"/>
            <ac:spMk id="5" creationId="{AC9F42B6-EC3F-F51C-D3DB-E24AB45CE88A}"/>
          </ac:spMkLst>
        </pc:spChg>
        <pc:picChg chg="mod">
          <ac:chgData name="ADRIAN GARCIA GUTIERREZ" userId="e5072685-c3ab-450a-9773-378530a0ed3c" providerId="ADAL" clId="{5670A7E3-D975-40F0-8DD4-A4F4935F2183}" dt="2026-06-19T04:40:26.736" v="73" actId="14100"/>
          <ac:picMkLst>
            <pc:docMk/>
            <pc:sldMk cId="804167394" sldId="350"/>
            <ac:picMk id="7" creationId="{D532A1BF-4D70-A6BE-82F8-CA1668F0C4F7}"/>
          </ac:picMkLst>
        </pc:picChg>
      </pc:sldChg>
      <pc:sldChg chg="addSp delSp modSp mod">
        <pc:chgData name="ADRIAN GARCIA GUTIERREZ" userId="e5072685-c3ab-450a-9773-378530a0ed3c" providerId="ADAL" clId="{5670A7E3-D975-40F0-8DD4-A4F4935F2183}" dt="2026-06-19T05:00:31.163" v="213" actId="1076"/>
        <pc:sldMkLst>
          <pc:docMk/>
          <pc:sldMk cId="3389142661" sldId="351"/>
        </pc:sldMkLst>
        <pc:spChg chg="add del">
          <ac:chgData name="ADRIAN GARCIA GUTIERREZ" userId="e5072685-c3ab-450a-9773-378530a0ed3c" providerId="ADAL" clId="{5670A7E3-D975-40F0-8DD4-A4F4935F2183}" dt="2026-06-19T04:54:10.203" v="112" actId="22"/>
          <ac:spMkLst>
            <pc:docMk/>
            <pc:sldMk cId="3389142661" sldId="351"/>
            <ac:spMk id="3" creationId="{541F7351-5C68-1CD7-44D8-927F02115C2F}"/>
          </ac:spMkLst>
        </pc:spChg>
        <pc:spChg chg="add mod">
          <ac:chgData name="ADRIAN GARCIA GUTIERREZ" userId="e5072685-c3ab-450a-9773-378530a0ed3c" providerId="ADAL" clId="{5670A7E3-D975-40F0-8DD4-A4F4935F2183}" dt="2026-06-19T04:54:23.474" v="118"/>
          <ac:spMkLst>
            <pc:docMk/>
            <pc:sldMk cId="3389142661" sldId="351"/>
            <ac:spMk id="6" creationId="{83AA355A-76CC-0275-A64E-B870B3860B9C}"/>
          </ac:spMkLst>
        </pc:spChg>
        <pc:spChg chg="add mod">
          <ac:chgData name="ADRIAN GARCIA GUTIERREZ" userId="e5072685-c3ab-450a-9773-378530a0ed3c" providerId="ADAL" clId="{5670A7E3-D975-40F0-8DD4-A4F4935F2183}" dt="2026-06-19T04:57:06.839" v="155" actId="12"/>
          <ac:spMkLst>
            <pc:docMk/>
            <pc:sldMk cId="3389142661" sldId="351"/>
            <ac:spMk id="11" creationId="{5A71BC90-2948-E1FC-66F8-ADD7B707E3EA}"/>
          </ac:spMkLst>
        </pc:spChg>
        <pc:spChg chg="add mod">
          <ac:chgData name="ADRIAN GARCIA GUTIERREZ" userId="e5072685-c3ab-450a-9773-378530a0ed3c" providerId="ADAL" clId="{5670A7E3-D975-40F0-8DD4-A4F4935F2183}" dt="2026-06-19T04:56:12.842" v="144"/>
          <ac:spMkLst>
            <pc:docMk/>
            <pc:sldMk cId="3389142661" sldId="351"/>
            <ac:spMk id="13" creationId="{990A369E-D213-4F01-7383-43494A36ED29}"/>
          </ac:spMkLst>
        </pc:spChg>
        <pc:spChg chg="add del">
          <ac:chgData name="ADRIAN GARCIA GUTIERREZ" userId="e5072685-c3ab-450a-9773-378530a0ed3c" providerId="ADAL" clId="{5670A7E3-D975-40F0-8DD4-A4F4935F2183}" dt="2026-06-19T04:58:44.786" v="157" actId="22"/>
          <ac:spMkLst>
            <pc:docMk/>
            <pc:sldMk cId="3389142661" sldId="351"/>
            <ac:spMk id="15" creationId="{8F0119E5-B11A-4836-DCFB-7ABD04DADF2F}"/>
          </ac:spMkLst>
        </pc:spChg>
        <pc:spChg chg="add mod">
          <ac:chgData name="ADRIAN GARCIA GUTIERREZ" userId="e5072685-c3ab-450a-9773-378530a0ed3c" providerId="ADAL" clId="{5670A7E3-D975-40F0-8DD4-A4F4935F2183}" dt="2026-06-19T05:00:31.163" v="213" actId="1076"/>
          <ac:spMkLst>
            <pc:docMk/>
            <pc:sldMk cId="3389142661" sldId="351"/>
            <ac:spMk id="17" creationId="{466B4643-2D1F-67FD-F05B-BD2F08E18146}"/>
          </ac:spMkLst>
        </pc:spChg>
        <pc:graphicFrameChg chg="add mod">
          <ac:chgData name="ADRIAN GARCIA GUTIERREZ" userId="e5072685-c3ab-450a-9773-378530a0ed3c" providerId="ADAL" clId="{5670A7E3-D975-40F0-8DD4-A4F4935F2183}" dt="2026-06-19T04:54:22.345" v="116" actId="1076"/>
          <ac:graphicFrameMkLst>
            <pc:docMk/>
            <pc:sldMk cId="3389142661" sldId="351"/>
            <ac:graphicFrameMk id="4" creationId="{9C20998F-966E-97AC-2294-59EDCEF99A38}"/>
          </ac:graphicFrameMkLst>
        </pc:graphicFrameChg>
        <pc:graphicFrameChg chg="add mod">
          <ac:chgData name="ADRIAN GARCIA GUTIERREZ" userId="e5072685-c3ab-450a-9773-378530a0ed3c" providerId="ADAL" clId="{5670A7E3-D975-40F0-8DD4-A4F4935F2183}" dt="2026-06-19T04:54:43.899" v="119"/>
          <ac:graphicFrameMkLst>
            <pc:docMk/>
            <pc:sldMk cId="3389142661" sldId="351"/>
            <ac:graphicFrameMk id="8" creationId="{81EA9898-A8D5-437A-A81A-713B5A1F2EA2}"/>
          </ac:graphicFrameMkLst>
        </pc:graphicFrameChg>
        <pc:graphicFrameChg chg="add mod">
          <ac:chgData name="ADRIAN GARCIA GUTIERREZ" userId="e5072685-c3ab-450a-9773-378530a0ed3c" providerId="ADAL" clId="{5670A7E3-D975-40F0-8DD4-A4F4935F2183}" dt="2026-06-19T04:56:11.259" v="143"/>
          <ac:graphicFrameMkLst>
            <pc:docMk/>
            <pc:sldMk cId="3389142661" sldId="351"/>
            <ac:graphicFrameMk id="12" creationId="{3EDD3BDB-6C68-2D50-6A55-68EAA7AE4098}"/>
          </ac:graphicFrameMkLst>
        </pc:graphicFrameChg>
        <pc:picChg chg="mod">
          <ac:chgData name="ADRIAN GARCIA GUTIERREZ" userId="e5072685-c3ab-450a-9773-378530a0ed3c" providerId="ADAL" clId="{5670A7E3-D975-40F0-8DD4-A4F4935F2183}" dt="2026-06-19T04:55:03.145" v="126" actId="1076"/>
          <ac:picMkLst>
            <pc:docMk/>
            <pc:sldMk cId="3389142661" sldId="351"/>
            <ac:picMk id="9" creationId="{306EF435-CF7D-04B4-7998-680A33EFF14D}"/>
          </ac:picMkLst>
        </pc:picChg>
      </pc:sldChg>
      <pc:sldChg chg="addSp delSp modSp new mod">
        <pc:chgData name="ADRIAN GARCIA GUTIERREZ" userId="e5072685-c3ab-450a-9773-378530a0ed3c" providerId="ADAL" clId="{5670A7E3-D975-40F0-8DD4-A4F4935F2183}" dt="2026-06-18T13:27:22.822" v="65"/>
        <pc:sldMkLst>
          <pc:docMk/>
          <pc:sldMk cId="3405678415" sldId="352"/>
        </pc:sldMkLst>
        <pc:spChg chg="del">
          <ac:chgData name="ADRIAN GARCIA GUTIERREZ" userId="e5072685-c3ab-450a-9773-378530a0ed3c" providerId="ADAL" clId="{5670A7E3-D975-40F0-8DD4-A4F4935F2183}" dt="2026-06-18T13:27:22.369" v="64" actId="478"/>
          <ac:spMkLst>
            <pc:docMk/>
            <pc:sldMk cId="3405678415" sldId="352"/>
            <ac:spMk id="2" creationId="{BA9BDBBD-C31F-7DFD-1A53-5660597DCAE4}"/>
          </ac:spMkLst>
        </pc:spChg>
        <pc:spChg chg="del">
          <ac:chgData name="ADRIAN GARCIA GUTIERREZ" userId="e5072685-c3ab-450a-9773-378530a0ed3c" providerId="ADAL" clId="{5670A7E3-D975-40F0-8DD4-A4F4935F2183}" dt="2026-06-18T13:27:20.869" v="63" actId="478"/>
          <ac:spMkLst>
            <pc:docMk/>
            <pc:sldMk cId="3405678415" sldId="352"/>
            <ac:spMk id="3" creationId="{A837B05B-F64D-FF77-DCC5-56B7B9F14417}"/>
          </ac:spMkLst>
        </pc:spChg>
        <pc:spChg chg="mod">
          <ac:chgData name="ADRIAN GARCIA GUTIERREZ" userId="e5072685-c3ab-450a-9773-378530a0ed3c" providerId="ADAL" clId="{5670A7E3-D975-40F0-8DD4-A4F4935F2183}" dt="2026-06-18T13:15:51.477" v="19" actId="20577"/>
          <ac:spMkLst>
            <pc:docMk/>
            <pc:sldMk cId="3405678415" sldId="352"/>
            <ac:spMk id="5" creationId="{8AD7A544-3107-A75A-B0FE-79C1606E3031}"/>
          </ac:spMkLst>
        </pc:spChg>
        <pc:spChg chg="add mod">
          <ac:chgData name="ADRIAN GARCIA GUTIERREZ" userId="e5072685-c3ab-450a-9773-378530a0ed3c" providerId="ADAL" clId="{5670A7E3-D975-40F0-8DD4-A4F4935F2183}" dt="2026-06-18T13:27:22.822" v="65"/>
          <ac:spMkLst>
            <pc:docMk/>
            <pc:sldMk cId="3405678415" sldId="352"/>
            <ac:spMk id="6" creationId="{4CC4AA94-9978-7140-E264-48B9ECE8A259}"/>
          </ac:spMkLst>
        </pc:spChg>
        <pc:spChg chg="add mod">
          <ac:chgData name="ADRIAN GARCIA GUTIERREZ" userId="e5072685-c3ab-450a-9773-378530a0ed3c" providerId="ADAL" clId="{5670A7E3-D975-40F0-8DD4-A4F4935F2183}" dt="2026-06-18T13:27:22.822" v="65"/>
          <ac:spMkLst>
            <pc:docMk/>
            <pc:sldMk cId="3405678415" sldId="352"/>
            <ac:spMk id="7" creationId="{95F921F1-4BE1-B353-D093-941F0A4AB5B8}"/>
          </ac:spMkLst>
        </pc:spChg>
        <pc:spChg chg="add mod">
          <ac:chgData name="ADRIAN GARCIA GUTIERREZ" userId="e5072685-c3ab-450a-9773-378530a0ed3c" providerId="ADAL" clId="{5670A7E3-D975-40F0-8DD4-A4F4935F2183}" dt="2026-06-18T13:27:22.822" v="65"/>
          <ac:spMkLst>
            <pc:docMk/>
            <pc:sldMk cId="3405678415" sldId="352"/>
            <ac:spMk id="8" creationId="{27978BAF-9B3D-A0D4-0A3A-0907FEF419DE}"/>
          </ac:spMkLst>
        </pc:spChg>
      </pc:sldChg>
      <pc:sldChg chg="addSp delSp modSp add mod">
        <pc:chgData name="ADRIAN GARCIA GUTIERREZ" userId="e5072685-c3ab-450a-9773-378530a0ed3c" providerId="ADAL" clId="{5670A7E3-D975-40F0-8DD4-A4F4935F2183}" dt="2026-06-19T04:51:44.829" v="109" actId="478"/>
        <pc:sldMkLst>
          <pc:docMk/>
          <pc:sldMk cId="0" sldId="353"/>
        </pc:sldMkLst>
        <pc:spChg chg="mod">
          <ac:chgData name="ADRIAN GARCIA GUTIERREZ" userId="e5072685-c3ab-450a-9773-378530a0ed3c" providerId="ADAL" clId="{5670A7E3-D975-40F0-8DD4-A4F4935F2183}" dt="2026-06-19T04:48:51.134" v="84" actId="14100"/>
          <ac:spMkLst>
            <pc:docMk/>
            <pc:sldMk cId="0" sldId="353"/>
            <ac:spMk id="2" creationId="{00000000-0000-0000-0000-000000000000}"/>
          </ac:spMkLst>
        </pc:spChg>
        <pc:spChg chg="mod">
          <ac:chgData name="ADRIAN GARCIA GUTIERREZ" userId="e5072685-c3ab-450a-9773-378530a0ed3c" providerId="ADAL" clId="{5670A7E3-D975-40F0-8DD4-A4F4935F2183}" dt="2026-06-19T04:49:07.417" v="88" actId="1076"/>
          <ac:spMkLst>
            <pc:docMk/>
            <pc:sldMk cId="0" sldId="353"/>
            <ac:spMk id="3" creationId="{00000000-0000-0000-0000-000000000000}"/>
          </ac:spMkLst>
        </pc:spChg>
        <pc:spChg chg="mod">
          <ac:chgData name="ADRIAN GARCIA GUTIERREZ" userId="e5072685-c3ab-450a-9773-378530a0ed3c" providerId="ADAL" clId="{5670A7E3-D975-40F0-8DD4-A4F4935F2183}" dt="2026-06-19T04:49:00.171" v="86" actId="1076"/>
          <ac:spMkLst>
            <pc:docMk/>
            <pc:sldMk cId="0" sldId="353"/>
            <ac:spMk id="5" creationId="{00000000-0000-0000-0000-000000000000}"/>
          </ac:spMkLst>
        </pc:spChg>
        <pc:spChg chg="mod">
          <ac:chgData name="ADRIAN GARCIA GUTIERREZ" userId="e5072685-c3ab-450a-9773-378530a0ed3c" providerId="ADAL" clId="{5670A7E3-D975-40F0-8DD4-A4F4935F2183}" dt="2026-06-19T04:49:23.322" v="90" actId="207"/>
          <ac:spMkLst>
            <pc:docMk/>
            <pc:sldMk cId="0" sldId="353"/>
            <ac:spMk id="7" creationId="{00000000-0000-0000-0000-000000000000}"/>
          </ac:spMkLst>
        </pc:spChg>
        <pc:spChg chg="mod">
          <ac:chgData name="ADRIAN GARCIA GUTIERREZ" userId="e5072685-c3ab-450a-9773-378530a0ed3c" providerId="ADAL" clId="{5670A7E3-D975-40F0-8DD4-A4F4935F2183}" dt="2026-06-19T04:49:23.322" v="90" actId="207"/>
          <ac:spMkLst>
            <pc:docMk/>
            <pc:sldMk cId="0" sldId="353"/>
            <ac:spMk id="9" creationId="{00000000-0000-0000-0000-000000000000}"/>
          </ac:spMkLst>
        </pc:spChg>
        <pc:spChg chg="mod">
          <ac:chgData name="ADRIAN GARCIA GUTIERREZ" userId="e5072685-c3ab-450a-9773-378530a0ed3c" providerId="ADAL" clId="{5670A7E3-D975-40F0-8DD4-A4F4935F2183}" dt="2026-06-19T04:49:23.322" v="90" actId="207"/>
          <ac:spMkLst>
            <pc:docMk/>
            <pc:sldMk cId="0" sldId="353"/>
            <ac:spMk id="11" creationId="{00000000-0000-0000-0000-000000000000}"/>
          </ac:spMkLst>
        </pc:spChg>
        <pc:spChg chg="mod">
          <ac:chgData name="ADRIAN GARCIA GUTIERREZ" userId="e5072685-c3ab-450a-9773-378530a0ed3c" providerId="ADAL" clId="{5670A7E3-D975-40F0-8DD4-A4F4935F2183}" dt="2026-06-19T04:49:23.322" v="90" actId="207"/>
          <ac:spMkLst>
            <pc:docMk/>
            <pc:sldMk cId="0" sldId="353"/>
            <ac:spMk id="13" creationId="{00000000-0000-0000-0000-000000000000}"/>
          </ac:spMkLst>
        </pc:spChg>
        <pc:spChg chg="add del mod">
          <ac:chgData name="ADRIAN GARCIA GUTIERREZ" userId="e5072685-c3ab-450a-9773-378530a0ed3c" providerId="ADAL" clId="{5670A7E3-D975-40F0-8DD4-A4F4935F2183}" dt="2026-06-19T04:51:44.829" v="109" actId="478"/>
          <ac:spMkLst>
            <pc:docMk/>
            <pc:sldMk cId="0" sldId="353"/>
            <ac:spMk id="15" creationId="{488299A2-73DA-46AF-DF7B-870D29771611}"/>
          </ac:spMkLst>
        </pc:spChg>
        <pc:picChg chg="mod">
          <ac:chgData name="ADRIAN GARCIA GUTIERREZ" userId="e5072685-c3ab-450a-9773-378530a0ed3c" providerId="ADAL" clId="{5670A7E3-D975-40F0-8DD4-A4F4935F2183}" dt="2026-06-19T04:49:01.806" v="87" actId="1076"/>
          <ac:picMkLst>
            <pc:docMk/>
            <pc:sldMk cId="0" sldId="353"/>
            <ac:picMk id="4" creationId="{00000000-0000-0000-0000-000000000000}"/>
          </ac:picMkLst>
        </pc:picChg>
      </pc:sldChg>
    </pc:docChg>
  </pc:docChgLst>
  <pc:docChgLst>
    <pc:chgData name="ADRIAN GARCIA GUTIERREZ" userId="e5072685-c3ab-450a-9773-378530a0ed3c" providerId="ADAL" clId="{813FE243-FB4C-42FE-9C36-757F2B52CCE1}"/>
    <pc:docChg chg="undo custSel addSld delSld modSld sldOrd">
      <pc:chgData name="ADRIAN GARCIA GUTIERREZ" userId="e5072685-c3ab-450a-9773-378530a0ed3c" providerId="ADAL" clId="{813FE243-FB4C-42FE-9C36-757F2B52CCE1}" dt="2026-06-15T14:53:51.386" v="1485" actId="403"/>
      <pc:docMkLst>
        <pc:docMk/>
      </pc:docMkLst>
      <pc:sldChg chg="modSp mod">
        <pc:chgData name="ADRIAN GARCIA GUTIERREZ" userId="e5072685-c3ab-450a-9773-378530a0ed3c" providerId="ADAL" clId="{813FE243-FB4C-42FE-9C36-757F2B52CCE1}" dt="2026-06-15T14:50:42.547" v="1470" actId="20577"/>
        <pc:sldMkLst>
          <pc:docMk/>
          <pc:sldMk cId="0" sldId="256"/>
        </pc:sldMkLst>
        <pc:spChg chg="mod">
          <ac:chgData name="ADRIAN GARCIA GUTIERREZ" userId="e5072685-c3ab-450a-9773-378530a0ed3c" providerId="ADAL" clId="{813FE243-FB4C-42FE-9C36-757F2B52CCE1}" dt="2026-05-27T11:12:12.622" v="23" actId="207"/>
          <ac:spMkLst>
            <pc:docMk/>
            <pc:sldMk cId="0" sldId="256"/>
            <ac:spMk id="3" creationId="{00000000-0000-0000-0000-000000000000}"/>
          </ac:spMkLst>
        </pc:spChg>
        <pc:picChg chg="mod">
          <ac:chgData name="ADRIAN GARCIA GUTIERREZ" userId="e5072685-c3ab-450a-9773-378530a0ed3c" providerId="ADAL" clId="{813FE243-FB4C-42FE-9C36-757F2B52CCE1}" dt="2026-05-27T11:11:54.210" v="19" actId="1076"/>
          <ac:picMkLst>
            <pc:docMk/>
            <pc:sldMk cId="0" sldId="256"/>
            <ac:picMk id="8" creationId="{B91A3440-62B0-01A7-48B8-78D61F83B10D}"/>
          </ac:picMkLst>
        </pc:picChg>
      </pc:sldChg>
      <pc:sldChg chg="modSp add mod setBg">
        <pc:chgData name="ADRIAN GARCIA GUTIERREZ" userId="e5072685-c3ab-450a-9773-378530a0ed3c" providerId="ADAL" clId="{813FE243-FB4C-42FE-9C36-757F2B52CCE1}" dt="2026-06-15T14:53:51.386" v="1485" actId="403"/>
        <pc:sldMkLst>
          <pc:docMk/>
          <pc:sldMk cId="0" sldId="266"/>
        </pc:sldMkLst>
        <pc:spChg chg="mod">
          <ac:chgData name="ADRIAN GARCIA GUTIERREZ" userId="e5072685-c3ab-450a-9773-378530a0ed3c" providerId="ADAL" clId="{813FE243-FB4C-42FE-9C36-757F2B52CCE1}" dt="2026-06-15T14:53:21.772" v="1472" actId="207"/>
          <ac:spMkLst>
            <pc:docMk/>
            <pc:sldMk cId="0" sldId="266"/>
            <ac:spMk id="3" creationId="{00000000-0000-0000-0000-000000000000}"/>
          </ac:spMkLst>
        </pc:spChg>
      </pc:sldChg>
      <pc:sldChg chg="addSp modSp mod">
        <pc:chgData name="ADRIAN GARCIA GUTIERREZ" userId="e5072685-c3ab-450a-9773-378530a0ed3c" providerId="ADAL" clId="{813FE243-FB4C-42FE-9C36-757F2B52CCE1}" dt="2026-06-04T12:27:35.521" v="1307" actId="1076"/>
        <pc:sldMkLst>
          <pc:docMk/>
          <pc:sldMk cId="1069634451" sldId="334"/>
        </pc:sldMkLst>
        <pc:spChg chg="add mod">
          <ac:chgData name="ADRIAN GARCIA GUTIERREZ" userId="e5072685-c3ab-450a-9773-378530a0ed3c" providerId="ADAL" clId="{813FE243-FB4C-42FE-9C36-757F2B52CCE1}" dt="2026-06-04T12:27:35.521" v="1307" actId="1076"/>
          <ac:spMkLst>
            <pc:docMk/>
            <pc:sldMk cId="1069634451" sldId="334"/>
            <ac:spMk id="3" creationId="{9758CD81-2AF0-268F-E44C-3789012122E6}"/>
          </ac:spMkLst>
        </pc:spChg>
        <pc:spChg chg="mod">
          <ac:chgData name="ADRIAN GARCIA GUTIERREZ" userId="e5072685-c3ab-450a-9773-378530a0ed3c" providerId="ADAL" clId="{813FE243-FB4C-42FE-9C36-757F2B52CCE1}" dt="2026-06-04T12:27:28.338" v="1304" actId="1076"/>
          <ac:spMkLst>
            <pc:docMk/>
            <pc:sldMk cId="1069634451" sldId="334"/>
            <ac:spMk id="22" creationId="{CCEAF305-A7B2-027B-D181-5B515A6CB3E8}"/>
          </ac:spMkLst>
        </pc:spChg>
        <pc:picChg chg="mod">
          <ac:chgData name="ADRIAN GARCIA GUTIERREZ" userId="e5072685-c3ab-450a-9773-378530a0ed3c" providerId="ADAL" clId="{813FE243-FB4C-42FE-9C36-757F2B52CCE1}" dt="2026-06-04T12:27:25.426" v="1303" actId="1076"/>
          <ac:picMkLst>
            <pc:docMk/>
            <pc:sldMk cId="1069634451" sldId="334"/>
            <ac:picMk id="34" creationId="{DDBEE43B-E8CB-0C03-A4FE-1459513F1829}"/>
          </ac:picMkLst>
        </pc:picChg>
        <pc:picChg chg="mod">
          <ac:chgData name="ADRIAN GARCIA GUTIERREZ" userId="e5072685-c3ab-450a-9773-378530a0ed3c" providerId="ADAL" clId="{813FE243-FB4C-42FE-9C36-757F2B52CCE1}" dt="2026-06-04T12:27:24.490" v="1302" actId="1076"/>
          <ac:picMkLst>
            <pc:docMk/>
            <pc:sldMk cId="1069634451" sldId="334"/>
            <ac:picMk id="37" creationId="{3BC2E461-271E-C2F3-2B2C-3628A751D0D4}"/>
          </ac:picMkLst>
        </pc:picChg>
        <pc:picChg chg="mod">
          <ac:chgData name="ADRIAN GARCIA GUTIERREZ" userId="e5072685-c3ab-450a-9773-378530a0ed3c" providerId="ADAL" clId="{813FE243-FB4C-42FE-9C36-757F2B52CCE1}" dt="2026-05-28T14:45:28.915" v="922" actId="1076"/>
          <ac:picMkLst>
            <pc:docMk/>
            <pc:sldMk cId="1069634451" sldId="334"/>
            <ac:picMk id="39" creationId="{6B5DACC6-6897-E10E-894B-60137F426004}"/>
          </ac:picMkLst>
        </pc:picChg>
        <pc:cxnChg chg="mod">
          <ac:chgData name="ADRIAN GARCIA GUTIERREZ" userId="e5072685-c3ab-450a-9773-378530a0ed3c" providerId="ADAL" clId="{813FE243-FB4C-42FE-9C36-757F2B52CCE1}" dt="2026-06-04T12:27:32.170" v="1306" actId="14100"/>
          <ac:cxnSpMkLst>
            <pc:docMk/>
            <pc:sldMk cId="1069634451" sldId="334"/>
            <ac:cxnSpMk id="30" creationId="{3261E635-DBCB-19A4-F5E1-AD706D48D794}"/>
          </ac:cxnSpMkLst>
        </pc:cxnChg>
      </pc:sldChg>
      <pc:sldChg chg="addSp modSp mod">
        <pc:chgData name="ADRIAN GARCIA GUTIERREZ" userId="e5072685-c3ab-450a-9773-378530a0ed3c" providerId="ADAL" clId="{813FE243-FB4C-42FE-9C36-757F2B52CCE1}" dt="2026-06-04T12:30:43.944" v="1393" actId="1076"/>
        <pc:sldMkLst>
          <pc:docMk/>
          <pc:sldMk cId="1178653652" sldId="339"/>
        </pc:sldMkLst>
        <pc:spChg chg="add mod">
          <ac:chgData name="ADRIAN GARCIA GUTIERREZ" userId="e5072685-c3ab-450a-9773-378530a0ed3c" providerId="ADAL" clId="{813FE243-FB4C-42FE-9C36-757F2B52CCE1}" dt="2026-06-04T12:30:43.944" v="1393" actId="1076"/>
          <ac:spMkLst>
            <pc:docMk/>
            <pc:sldMk cId="1178653652" sldId="339"/>
            <ac:spMk id="3" creationId="{B30967DB-FDA9-E5D5-9536-86F14808AA59}"/>
          </ac:spMkLst>
        </pc:spChg>
        <pc:spChg chg="mod">
          <ac:chgData name="ADRIAN GARCIA GUTIERREZ" userId="e5072685-c3ab-450a-9773-378530a0ed3c" providerId="ADAL" clId="{813FE243-FB4C-42FE-9C36-757F2B52CCE1}" dt="2026-06-04T12:30:03.408" v="1352" actId="1076"/>
          <ac:spMkLst>
            <pc:docMk/>
            <pc:sldMk cId="1178653652" sldId="339"/>
            <ac:spMk id="5" creationId="{E8400808-9003-475F-52FC-F1C1AA3AABFD}"/>
          </ac:spMkLst>
        </pc:spChg>
        <pc:spChg chg="mod">
          <ac:chgData name="ADRIAN GARCIA GUTIERREZ" userId="e5072685-c3ab-450a-9773-378530a0ed3c" providerId="ADAL" clId="{813FE243-FB4C-42FE-9C36-757F2B52CCE1}" dt="2026-06-04T12:30:10.576" v="1354" actId="1076"/>
          <ac:spMkLst>
            <pc:docMk/>
            <pc:sldMk cId="1178653652" sldId="339"/>
            <ac:spMk id="6" creationId="{BDC47E88-7273-3A20-62CF-B5DA27DEBC2E}"/>
          </ac:spMkLst>
        </pc:spChg>
        <pc:spChg chg="mod">
          <ac:chgData name="ADRIAN GARCIA GUTIERREZ" userId="e5072685-c3ab-450a-9773-378530a0ed3c" providerId="ADAL" clId="{813FE243-FB4C-42FE-9C36-757F2B52CCE1}" dt="2026-06-04T12:30:12.648" v="1355" actId="1076"/>
          <ac:spMkLst>
            <pc:docMk/>
            <pc:sldMk cId="1178653652" sldId="339"/>
            <ac:spMk id="7" creationId="{1C26FFC5-AF7A-585A-7E26-D1C486ABA046}"/>
          </ac:spMkLst>
        </pc:spChg>
      </pc:sldChg>
      <pc:sldChg chg="addSp delSp modSp mod modAnim">
        <pc:chgData name="ADRIAN GARCIA GUTIERREZ" userId="e5072685-c3ab-450a-9773-378530a0ed3c" providerId="ADAL" clId="{813FE243-FB4C-42FE-9C36-757F2B52CCE1}" dt="2026-06-15T14:51:08.614" v="1471" actId="478"/>
        <pc:sldMkLst>
          <pc:docMk/>
          <pc:sldMk cId="249698113" sldId="341"/>
        </pc:sldMkLst>
        <pc:spChg chg="mod">
          <ac:chgData name="ADRIAN GARCIA GUTIERREZ" userId="e5072685-c3ab-450a-9773-378530a0ed3c" providerId="ADAL" clId="{813FE243-FB4C-42FE-9C36-757F2B52CCE1}" dt="2026-05-28T14:13:38.701" v="291"/>
          <ac:spMkLst>
            <pc:docMk/>
            <pc:sldMk cId="249698113" sldId="341"/>
            <ac:spMk id="2" creationId="{C016C6E7-AB3A-A44D-93A5-43F7E401C9FB}"/>
          </ac:spMkLst>
        </pc:spChg>
        <pc:spChg chg="mod">
          <ac:chgData name="ADRIAN GARCIA GUTIERREZ" userId="e5072685-c3ab-450a-9773-378530a0ed3c" providerId="ADAL" clId="{813FE243-FB4C-42FE-9C36-757F2B52CCE1}" dt="2026-05-28T14:14:37.716" v="313" actId="207"/>
          <ac:spMkLst>
            <pc:docMk/>
            <pc:sldMk cId="249698113" sldId="341"/>
            <ac:spMk id="6" creationId="{2E1E7EF8-7EB5-D3B2-8780-FB8841774A8F}"/>
          </ac:spMkLst>
        </pc:spChg>
        <pc:spChg chg="add del mod">
          <ac:chgData name="ADRIAN GARCIA GUTIERREZ" userId="e5072685-c3ab-450a-9773-378530a0ed3c" providerId="ADAL" clId="{813FE243-FB4C-42FE-9C36-757F2B52CCE1}" dt="2026-05-28T14:19:53.250" v="349" actId="1076"/>
          <ac:spMkLst>
            <pc:docMk/>
            <pc:sldMk cId="249698113" sldId="341"/>
            <ac:spMk id="7" creationId="{BDCCCF80-1389-09EC-269A-5927870CF5DC}"/>
          </ac:spMkLst>
        </pc:spChg>
        <pc:spChg chg="add mod">
          <ac:chgData name="ADRIAN GARCIA GUTIERREZ" userId="e5072685-c3ab-450a-9773-378530a0ed3c" providerId="ADAL" clId="{813FE243-FB4C-42FE-9C36-757F2B52CCE1}" dt="2026-05-28T14:13:53.209" v="294" actId="1076"/>
          <ac:spMkLst>
            <pc:docMk/>
            <pc:sldMk cId="249698113" sldId="341"/>
            <ac:spMk id="13" creationId="{F444E807-DDFD-1D6E-495A-0ACCF3C3C23B}"/>
          </ac:spMkLst>
        </pc:spChg>
        <pc:spChg chg="add mod">
          <ac:chgData name="ADRIAN GARCIA GUTIERREZ" userId="e5072685-c3ab-450a-9773-378530a0ed3c" providerId="ADAL" clId="{813FE243-FB4C-42FE-9C36-757F2B52CCE1}" dt="2026-05-28T14:19:47.639" v="348" actId="207"/>
          <ac:spMkLst>
            <pc:docMk/>
            <pc:sldMk cId="249698113" sldId="341"/>
            <ac:spMk id="25" creationId="{DCE42C53-3A6F-A2E4-88AD-85E1B1F23FB2}"/>
          </ac:spMkLst>
        </pc:spChg>
        <pc:spChg chg="add mod">
          <ac:chgData name="ADRIAN GARCIA GUTIERREZ" userId="e5072685-c3ab-450a-9773-378530a0ed3c" providerId="ADAL" clId="{813FE243-FB4C-42FE-9C36-757F2B52CCE1}" dt="2026-06-04T12:10:12.704" v="1160" actId="1076"/>
          <ac:spMkLst>
            <pc:docMk/>
            <pc:sldMk cId="249698113" sldId="341"/>
            <ac:spMk id="27" creationId="{14188939-1082-DAA5-FC4F-52CDF0F24C87}"/>
          </ac:spMkLst>
        </pc:spChg>
      </pc:sldChg>
      <pc:sldChg chg="addSp delSp modSp new mod ord">
        <pc:chgData name="ADRIAN GARCIA GUTIERREZ" userId="e5072685-c3ab-450a-9773-378530a0ed3c" providerId="ADAL" clId="{813FE243-FB4C-42FE-9C36-757F2B52CCE1}" dt="2026-06-04T12:26:50.878" v="1298" actId="122"/>
        <pc:sldMkLst>
          <pc:docMk/>
          <pc:sldMk cId="1962594576" sldId="344"/>
        </pc:sldMkLst>
        <pc:spChg chg="mod">
          <ac:chgData name="ADRIAN GARCIA GUTIERREZ" userId="e5072685-c3ab-450a-9773-378530a0ed3c" providerId="ADAL" clId="{813FE243-FB4C-42FE-9C36-757F2B52CCE1}" dt="2026-05-28T14:37:53.737" v="442" actId="14100"/>
          <ac:spMkLst>
            <pc:docMk/>
            <pc:sldMk cId="1962594576" sldId="344"/>
            <ac:spMk id="2" creationId="{E4388B2A-B950-A05C-8B72-B4CBC59972F2}"/>
          </ac:spMkLst>
        </pc:spChg>
        <pc:spChg chg="add mod">
          <ac:chgData name="ADRIAN GARCIA GUTIERREZ" userId="e5072685-c3ab-450a-9773-378530a0ed3c" providerId="ADAL" clId="{813FE243-FB4C-42FE-9C36-757F2B52CCE1}" dt="2026-06-04T12:21:47.685" v="1291" actId="1076"/>
          <ac:spMkLst>
            <pc:docMk/>
            <pc:sldMk cId="1962594576" sldId="344"/>
            <ac:spMk id="9" creationId="{4541DF5A-7F2E-9682-DFC8-5984CA663A02}"/>
          </ac:spMkLst>
        </pc:spChg>
        <pc:spChg chg="add mod">
          <ac:chgData name="ADRIAN GARCIA GUTIERREZ" userId="e5072685-c3ab-450a-9773-378530a0ed3c" providerId="ADAL" clId="{813FE243-FB4C-42FE-9C36-757F2B52CCE1}" dt="2026-06-04T12:26:50.878" v="1298" actId="122"/>
          <ac:spMkLst>
            <pc:docMk/>
            <pc:sldMk cId="1962594576" sldId="344"/>
            <ac:spMk id="16" creationId="{7E6207B2-A3C2-B01D-111A-167E66B6F803}"/>
          </ac:spMkLst>
        </pc:spChg>
        <pc:spChg chg="add mod">
          <ac:chgData name="ADRIAN GARCIA GUTIERREZ" userId="e5072685-c3ab-450a-9773-378530a0ed3c" providerId="ADAL" clId="{813FE243-FB4C-42FE-9C36-757F2B52CCE1}" dt="2026-05-28T14:44:55.612" v="919" actId="1037"/>
          <ac:spMkLst>
            <pc:docMk/>
            <pc:sldMk cId="1962594576" sldId="344"/>
            <ac:spMk id="18" creationId="{294D6353-614D-019B-2319-142AFF70627B}"/>
          </ac:spMkLst>
        </pc:spChg>
        <pc:picChg chg="add mod">
          <ac:chgData name="ADRIAN GARCIA GUTIERREZ" userId="e5072685-c3ab-450a-9773-378530a0ed3c" providerId="ADAL" clId="{813FE243-FB4C-42FE-9C36-757F2B52CCE1}" dt="2026-05-28T14:33:13.309" v="435" actId="1076"/>
          <ac:picMkLst>
            <pc:docMk/>
            <pc:sldMk cId="1962594576" sldId="344"/>
            <ac:picMk id="7" creationId="{1608F0C0-0550-02E5-2351-C0B494A5934D}"/>
          </ac:picMkLst>
        </pc:picChg>
      </pc:sldChg>
      <pc:sldChg chg="addSp delSp modSp add mod setBg">
        <pc:chgData name="ADRIAN GARCIA GUTIERREZ" userId="e5072685-c3ab-450a-9773-378530a0ed3c" providerId="ADAL" clId="{813FE243-FB4C-42FE-9C36-757F2B52CCE1}" dt="2026-06-04T12:12:51.875" v="1164" actId="20577"/>
        <pc:sldMkLst>
          <pc:docMk/>
          <pc:sldMk cId="0" sldId="345"/>
        </pc:sldMkLst>
        <pc:spChg chg="mod">
          <ac:chgData name="ADRIAN GARCIA GUTIERREZ" userId="e5072685-c3ab-450a-9773-378530a0ed3c" providerId="ADAL" clId="{813FE243-FB4C-42FE-9C36-757F2B52CCE1}" dt="2026-05-29T07:47:25.692" v="1143" actId="20577"/>
          <ac:spMkLst>
            <pc:docMk/>
            <pc:sldMk cId="0" sldId="345"/>
            <ac:spMk id="3" creationId="{00000000-0000-0000-0000-000000000000}"/>
          </ac:spMkLst>
        </pc:spChg>
        <pc:spChg chg="mod">
          <ac:chgData name="ADRIAN GARCIA GUTIERREZ" userId="e5072685-c3ab-450a-9773-378530a0ed3c" providerId="ADAL" clId="{813FE243-FB4C-42FE-9C36-757F2B52CCE1}" dt="2026-06-04T12:12:51.875" v="1164" actId="20577"/>
          <ac:spMkLst>
            <pc:docMk/>
            <pc:sldMk cId="0" sldId="345"/>
            <ac:spMk id="4" creationId="{00000000-0000-0000-0000-000000000000}"/>
          </ac:spMkLst>
        </pc:spChg>
        <pc:spChg chg="add del mod">
          <ac:chgData name="ADRIAN GARCIA GUTIERREZ" userId="e5072685-c3ab-450a-9773-378530a0ed3c" providerId="ADAL" clId="{813FE243-FB4C-42FE-9C36-757F2B52CCE1}" dt="2026-05-28T14:19:17.188" v="344" actId="21"/>
          <ac:spMkLst>
            <pc:docMk/>
            <pc:sldMk cId="0" sldId="345"/>
            <ac:spMk id="5" creationId="{00000000-0000-0000-0000-000000000000}"/>
          </ac:spMkLst>
        </pc:spChg>
        <pc:spChg chg="mod">
          <ac:chgData name="ADRIAN GARCIA GUTIERREZ" userId="e5072685-c3ab-450a-9773-378530a0ed3c" providerId="ADAL" clId="{813FE243-FB4C-42FE-9C36-757F2B52CCE1}" dt="2026-05-28T14:10:24.597" v="245" actId="403"/>
          <ac:spMkLst>
            <pc:docMk/>
            <pc:sldMk cId="0" sldId="345"/>
            <ac:spMk id="6" creationId="{00000000-0000-0000-0000-000000000000}"/>
          </ac:spMkLst>
        </pc:spChg>
        <pc:spChg chg="mod">
          <ac:chgData name="ADRIAN GARCIA GUTIERREZ" userId="e5072685-c3ab-450a-9773-378530a0ed3c" providerId="ADAL" clId="{813FE243-FB4C-42FE-9C36-757F2B52CCE1}" dt="2026-05-28T14:11:26.918" v="269" actId="1035"/>
          <ac:spMkLst>
            <pc:docMk/>
            <pc:sldMk cId="0" sldId="345"/>
            <ac:spMk id="7" creationId="{00000000-0000-0000-0000-000000000000}"/>
          </ac:spMkLst>
        </pc:spChg>
        <pc:spChg chg="mod">
          <ac:chgData name="ADRIAN GARCIA GUTIERREZ" userId="e5072685-c3ab-450a-9773-378530a0ed3c" providerId="ADAL" clId="{813FE243-FB4C-42FE-9C36-757F2B52CCE1}" dt="2026-05-28T14:11:26.918" v="269" actId="1035"/>
          <ac:spMkLst>
            <pc:docMk/>
            <pc:sldMk cId="0" sldId="345"/>
            <ac:spMk id="8" creationId="{00000000-0000-0000-0000-000000000000}"/>
          </ac:spMkLst>
        </pc:spChg>
        <pc:spChg chg="mod">
          <ac:chgData name="ADRIAN GARCIA GUTIERREZ" userId="e5072685-c3ab-450a-9773-378530a0ed3c" providerId="ADAL" clId="{813FE243-FB4C-42FE-9C36-757F2B52CCE1}" dt="2026-05-28T14:11:26.918" v="269" actId="1035"/>
          <ac:spMkLst>
            <pc:docMk/>
            <pc:sldMk cId="0" sldId="345"/>
            <ac:spMk id="9" creationId="{00000000-0000-0000-0000-000000000000}"/>
          </ac:spMkLst>
        </pc:spChg>
        <pc:spChg chg="mod">
          <ac:chgData name="ADRIAN GARCIA GUTIERREZ" userId="e5072685-c3ab-450a-9773-378530a0ed3c" providerId="ADAL" clId="{813FE243-FB4C-42FE-9C36-757F2B52CCE1}" dt="2026-05-28T14:11:26.918" v="269" actId="1035"/>
          <ac:spMkLst>
            <pc:docMk/>
            <pc:sldMk cId="0" sldId="345"/>
            <ac:spMk id="10" creationId="{00000000-0000-0000-0000-000000000000}"/>
          </ac:spMkLst>
        </pc:spChg>
        <pc:spChg chg="mod">
          <ac:chgData name="ADRIAN GARCIA GUTIERREZ" userId="e5072685-c3ab-450a-9773-378530a0ed3c" providerId="ADAL" clId="{813FE243-FB4C-42FE-9C36-757F2B52CCE1}" dt="2026-05-28T14:11:26.918" v="269" actId="1035"/>
          <ac:spMkLst>
            <pc:docMk/>
            <pc:sldMk cId="0" sldId="345"/>
            <ac:spMk id="12" creationId="{00000000-0000-0000-0000-000000000000}"/>
          </ac:spMkLst>
        </pc:spChg>
        <pc:spChg chg="mod">
          <ac:chgData name="ADRIAN GARCIA GUTIERREZ" userId="e5072685-c3ab-450a-9773-378530a0ed3c" providerId="ADAL" clId="{813FE243-FB4C-42FE-9C36-757F2B52CCE1}" dt="2026-05-28T14:11:26.918" v="269" actId="1035"/>
          <ac:spMkLst>
            <pc:docMk/>
            <pc:sldMk cId="0" sldId="345"/>
            <ac:spMk id="13" creationId="{00000000-0000-0000-0000-000000000000}"/>
          </ac:spMkLst>
        </pc:spChg>
        <pc:spChg chg="mod">
          <ac:chgData name="ADRIAN GARCIA GUTIERREZ" userId="e5072685-c3ab-450a-9773-378530a0ed3c" providerId="ADAL" clId="{813FE243-FB4C-42FE-9C36-757F2B52CCE1}" dt="2026-05-28T14:11:26.918" v="269" actId="1035"/>
          <ac:spMkLst>
            <pc:docMk/>
            <pc:sldMk cId="0" sldId="345"/>
            <ac:spMk id="14" creationId="{00000000-0000-0000-0000-000000000000}"/>
          </ac:spMkLst>
        </pc:spChg>
        <pc:spChg chg="mod">
          <ac:chgData name="ADRIAN GARCIA GUTIERREZ" userId="e5072685-c3ab-450a-9773-378530a0ed3c" providerId="ADAL" clId="{813FE243-FB4C-42FE-9C36-757F2B52CCE1}" dt="2026-05-28T14:11:26.918" v="269" actId="1035"/>
          <ac:spMkLst>
            <pc:docMk/>
            <pc:sldMk cId="0" sldId="345"/>
            <ac:spMk id="15" creationId="{00000000-0000-0000-0000-000000000000}"/>
          </ac:spMkLst>
        </pc:spChg>
        <pc:spChg chg="mod">
          <ac:chgData name="ADRIAN GARCIA GUTIERREZ" userId="e5072685-c3ab-450a-9773-378530a0ed3c" providerId="ADAL" clId="{813FE243-FB4C-42FE-9C36-757F2B52CCE1}" dt="2026-05-28T14:11:33.972" v="271" actId="403"/>
          <ac:spMkLst>
            <pc:docMk/>
            <pc:sldMk cId="0" sldId="345"/>
            <ac:spMk id="16" creationId="{00000000-0000-0000-0000-000000000000}"/>
          </ac:spMkLst>
        </pc:spChg>
      </pc:sldChg>
      <pc:sldChg chg="addSp delSp modSp new mod">
        <pc:chgData name="ADRIAN GARCIA GUTIERREZ" userId="e5072685-c3ab-450a-9773-378530a0ed3c" providerId="ADAL" clId="{813FE243-FB4C-42FE-9C36-757F2B52CCE1}" dt="2026-06-04T12:16:59.688" v="1232" actId="1076"/>
        <pc:sldMkLst>
          <pc:docMk/>
          <pc:sldMk cId="1130385406" sldId="346"/>
        </pc:sldMkLst>
        <pc:spChg chg="add mod">
          <ac:chgData name="ADRIAN GARCIA GUTIERREZ" userId="e5072685-c3ab-450a-9773-378530a0ed3c" providerId="ADAL" clId="{813FE243-FB4C-42FE-9C36-757F2B52CCE1}" dt="2026-05-28T14:30:03.537" v="363" actId="1076"/>
          <ac:spMkLst>
            <pc:docMk/>
            <pc:sldMk cId="1130385406" sldId="346"/>
            <ac:spMk id="3" creationId="{96D0E07A-AC74-D050-73B4-4E8AE1A00A51}"/>
          </ac:spMkLst>
        </pc:spChg>
        <pc:spChg chg="add mod">
          <ac:chgData name="ADRIAN GARCIA GUTIERREZ" userId="e5072685-c3ab-450a-9773-378530a0ed3c" providerId="ADAL" clId="{813FE243-FB4C-42FE-9C36-757F2B52CCE1}" dt="2026-06-04T12:16:59.688" v="1232" actId="1076"/>
          <ac:spMkLst>
            <pc:docMk/>
            <pc:sldMk cId="1130385406" sldId="346"/>
            <ac:spMk id="5" creationId="{C0DC2B3C-EB56-B202-B9E9-1F38E79C9131}"/>
          </ac:spMkLst>
        </pc:spChg>
        <pc:spChg chg="add mod">
          <ac:chgData name="ADRIAN GARCIA GUTIERREZ" userId="e5072685-c3ab-450a-9773-378530a0ed3c" providerId="ADAL" clId="{813FE243-FB4C-42FE-9C36-757F2B52CCE1}" dt="2026-06-04T12:16:55.887" v="1231" actId="1076"/>
          <ac:spMkLst>
            <pc:docMk/>
            <pc:sldMk cId="1130385406" sldId="346"/>
            <ac:spMk id="10" creationId="{F4B72630-3DC0-0E92-B724-1142F71745F2}"/>
          </ac:spMkLst>
        </pc:spChg>
      </pc:sldChg>
      <pc:sldChg chg="addSp delSp modSp new mod">
        <pc:chgData name="ADRIAN GARCIA GUTIERREZ" userId="e5072685-c3ab-450a-9773-378530a0ed3c" providerId="ADAL" clId="{813FE243-FB4C-42FE-9C36-757F2B52CCE1}" dt="2026-05-28T14:49:51.650" v="1056" actId="14100"/>
        <pc:sldMkLst>
          <pc:docMk/>
          <pc:sldMk cId="2995022209" sldId="347"/>
        </pc:sldMkLst>
        <pc:spChg chg="add mod">
          <ac:chgData name="ADRIAN GARCIA GUTIERREZ" userId="e5072685-c3ab-450a-9773-378530a0ed3c" providerId="ADAL" clId="{813FE243-FB4C-42FE-9C36-757F2B52CCE1}" dt="2026-05-28T14:49:51.650" v="1056" actId="14100"/>
          <ac:spMkLst>
            <pc:docMk/>
            <pc:sldMk cId="2995022209" sldId="347"/>
            <ac:spMk id="10" creationId="{A7F1D34F-34AB-7FE6-986E-8DB379F7815A}"/>
          </ac:spMkLst>
        </pc:spChg>
        <pc:picChg chg="add mod">
          <ac:chgData name="ADRIAN GARCIA GUTIERREZ" userId="e5072685-c3ab-450a-9773-378530a0ed3c" providerId="ADAL" clId="{813FE243-FB4C-42FE-9C36-757F2B52CCE1}" dt="2026-05-27T11:32:15.853" v="178" actId="1076"/>
          <ac:picMkLst>
            <pc:docMk/>
            <pc:sldMk cId="2995022209" sldId="347"/>
            <ac:picMk id="8" creationId="{B7A8C3CD-56B1-7E42-10AE-E4538D696F18}"/>
          </ac:picMkLst>
        </pc:picChg>
      </pc:sldChg>
      <pc:sldChg chg="addSp modSp new mod">
        <pc:chgData name="ADRIAN GARCIA GUTIERREZ" userId="e5072685-c3ab-450a-9773-378530a0ed3c" providerId="ADAL" clId="{813FE243-FB4C-42FE-9C36-757F2B52CCE1}" dt="2026-06-04T12:29:56.216" v="1351" actId="1076"/>
        <pc:sldMkLst>
          <pc:docMk/>
          <pc:sldMk cId="1159504069" sldId="348"/>
        </pc:sldMkLst>
        <pc:spChg chg="add mod">
          <ac:chgData name="ADRIAN GARCIA GUTIERREZ" userId="e5072685-c3ab-450a-9773-378530a0ed3c" providerId="ADAL" clId="{813FE243-FB4C-42FE-9C36-757F2B52CCE1}" dt="2026-06-04T12:29:56.216" v="1351" actId="1076"/>
          <ac:spMkLst>
            <pc:docMk/>
            <pc:sldMk cId="1159504069" sldId="348"/>
            <ac:spMk id="4" creationId="{8C71411D-5487-1852-8FF8-48AE1005E17F}"/>
          </ac:spMkLst>
        </pc:spChg>
        <pc:spChg chg="add mod">
          <ac:chgData name="ADRIAN GARCIA GUTIERREZ" userId="e5072685-c3ab-450a-9773-378530a0ed3c" providerId="ADAL" clId="{813FE243-FB4C-42FE-9C36-757F2B52CCE1}" dt="2026-06-04T12:29:34.453" v="1331" actId="207"/>
          <ac:spMkLst>
            <pc:docMk/>
            <pc:sldMk cId="1159504069" sldId="348"/>
            <ac:spMk id="7" creationId="{2BCF209D-BBE3-A68D-4B95-12481706A62E}"/>
          </ac:spMkLst>
        </pc:spChg>
        <pc:picChg chg="add mod">
          <ac:chgData name="ADRIAN GARCIA GUTIERREZ" userId="e5072685-c3ab-450a-9773-378530a0ed3c" providerId="ADAL" clId="{813FE243-FB4C-42FE-9C36-757F2B52CCE1}" dt="2026-05-29T07:43:28.022" v="1064" actId="1076"/>
          <ac:picMkLst>
            <pc:docMk/>
            <pc:sldMk cId="1159504069" sldId="348"/>
            <ac:picMk id="5" creationId="{AE353C35-16C3-B645-ADF5-29922519EAE6}"/>
          </ac:picMkLst>
        </pc:picChg>
      </pc:sldChg>
      <pc:sldChg chg="addSp modSp new mod">
        <pc:chgData name="ADRIAN GARCIA GUTIERREZ" userId="e5072685-c3ab-450a-9773-378530a0ed3c" providerId="ADAL" clId="{813FE243-FB4C-42FE-9C36-757F2B52CCE1}" dt="2026-06-04T12:37:32.260" v="1451" actId="1076"/>
        <pc:sldMkLst>
          <pc:docMk/>
          <pc:sldMk cId="1392894634" sldId="349"/>
        </pc:sldMkLst>
        <pc:spChg chg="add mod">
          <ac:chgData name="ADRIAN GARCIA GUTIERREZ" userId="e5072685-c3ab-450a-9773-378530a0ed3c" providerId="ADAL" clId="{813FE243-FB4C-42FE-9C36-757F2B52CCE1}" dt="2026-06-04T12:37:32.260" v="1451" actId="1076"/>
          <ac:spMkLst>
            <pc:docMk/>
            <pc:sldMk cId="1392894634" sldId="349"/>
            <ac:spMk id="4" creationId="{0AEA2EB4-C1B5-66B7-3010-7EE376681298}"/>
          </ac:spMkLst>
        </pc:spChg>
        <pc:spChg chg="add mod">
          <ac:chgData name="ADRIAN GARCIA GUTIERREZ" userId="e5072685-c3ab-450a-9773-378530a0ed3c" providerId="ADAL" clId="{813FE243-FB4C-42FE-9C36-757F2B52CCE1}" dt="2026-06-04T12:37:03.788" v="1406" actId="1076"/>
          <ac:spMkLst>
            <pc:docMk/>
            <pc:sldMk cId="1392894634" sldId="349"/>
            <ac:spMk id="7" creationId="{BF795485-270C-2BEE-C7EF-A1F401E6D978}"/>
          </ac:spMkLst>
        </pc:spChg>
        <pc:picChg chg="add mod">
          <ac:chgData name="ADRIAN GARCIA GUTIERREZ" userId="e5072685-c3ab-450a-9773-378530a0ed3c" providerId="ADAL" clId="{813FE243-FB4C-42FE-9C36-757F2B52CCE1}" dt="2026-05-29T07:47:57.514" v="1148" actId="1076"/>
          <ac:picMkLst>
            <pc:docMk/>
            <pc:sldMk cId="1392894634" sldId="349"/>
            <ac:picMk id="5" creationId="{58A28450-8AD6-28A3-F826-83736997D04A}"/>
          </ac:picMkLst>
        </pc:picChg>
      </pc:sldChg>
    </pc:docChg>
  </pc:docChgLst>
  <pc:docChgLst>
    <pc:chgData name="ADRIAN GARCIA GUTIERREZ" userId="e5072685-c3ab-450a-9773-378530a0ed3c" providerId="ADAL" clId="{2113F56F-1FC0-4B50-8C7F-44D73E400CFA}"/>
    <pc:docChg chg="custSel addSld delSld modSld">
      <pc:chgData name="ADRIAN GARCIA GUTIERREZ" userId="e5072685-c3ab-450a-9773-378530a0ed3c" providerId="ADAL" clId="{2113F56F-1FC0-4B50-8C7F-44D73E400CFA}" dt="2026-06-15T20:19:55.444" v="14" actId="1076"/>
      <pc:docMkLst>
        <pc:docMk/>
      </pc:docMkLst>
      <pc:sldChg chg="addSp delSp modSp new mod">
        <pc:chgData name="ADRIAN GARCIA GUTIERREZ" userId="e5072685-c3ab-450a-9773-378530a0ed3c" providerId="ADAL" clId="{2113F56F-1FC0-4B50-8C7F-44D73E400CFA}" dt="2026-06-15T20:19:55.444" v="14" actId="1076"/>
        <pc:sldMkLst>
          <pc:docMk/>
          <pc:sldMk cId="3389142661" sldId="351"/>
        </pc:sldMkLst>
        <pc:picChg chg="add mod">
          <ac:chgData name="ADRIAN GARCIA GUTIERREZ" userId="e5072685-c3ab-450a-9773-378530a0ed3c" providerId="ADAL" clId="{2113F56F-1FC0-4B50-8C7F-44D73E400CFA}" dt="2026-06-15T20:19:55.444" v="14" actId="1076"/>
          <ac:picMkLst>
            <pc:docMk/>
            <pc:sldMk cId="3389142661" sldId="351"/>
            <ac:picMk id="7" creationId="{1BB8B47F-459D-619C-C144-B555818CC57B}"/>
          </ac:picMkLst>
        </pc:picChg>
        <pc:picChg chg="add mod">
          <ac:chgData name="ADRIAN GARCIA GUTIERREZ" userId="e5072685-c3ab-450a-9773-378530a0ed3c" providerId="ADAL" clId="{2113F56F-1FC0-4B50-8C7F-44D73E400CFA}" dt="2026-06-15T20:19:52.451" v="12" actId="14100"/>
          <ac:picMkLst>
            <pc:docMk/>
            <pc:sldMk cId="3389142661" sldId="351"/>
            <ac:picMk id="9" creationId="{306EF435-CF7D-04B4-7998-680A33EFF14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D84B0989-8AFE-942F-5B1A-19EA45EB38E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08AD19-7F7C-FE1A-282A-31BF5291873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265488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764BF7-EC43-41CD-B4B5-E0CE3749C169}" type="datetimeFigureOut">
              <a:rPr lang="es-ES" smtClean="0"/>
              <a:t>19/06/2026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4B98DAD-A817-FE3C-382E-4695AB2C20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s-ES"/>
              <a:t>Programación docente y proyecto investigador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379F371-50DC-471E-D4D7-D877A05E151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265488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260BF5-A0CE-4549-9AAD-428D763E59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8708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265488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EB103D-F1FA-4C45-B1CE-FDC0C91AD5E0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911350" y="406400"/>
            <a:ext cx="1943100" cy="1093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s-ES"/>
              <a:t>Programación docente y proyecto investigador</a:t>
            </a:r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265488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C62B34-1043-45D9-B885-E1DC4794A45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64147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C62B34-1043-45D9-B885-E1DC4794A45B}" type="slidenum">
              <a:rPr lang="en-US" smtClean="0"/>
              <a:t>1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E212281-1ECC-43ED-5B8F-2D6633A287F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Programación docente y proyecto investigador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534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72270-EFD7-6219-F484-FAD563463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1236814-EC09-7E7C-285E-204563678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2A0EB4D-FDFB-B0C0-FFE5-145EFBDA76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E9BA5EE-D0EC-95AD-E497-1263288B11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C62B34-1043-45D9-B885-E1DC4794A45B}" type="slidenum">
              <a:rPr lang="en-US" smtClean="0"/>
              <a:t>17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9A02BA-7EAC-92A3-AE12-C57A0554E1D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s-ES"/>
              <a:t>Programación docente y proyecto investigador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099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7294" y="108224"/>
            <a:ext cx="3742054" cy="288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87701" y="3115554"/>
            <a:ext cx="1777778" cy="129296"/>
          </a:xfrm>
          <a:prstGeom prst="rect">
            <a:avLst/>
          </a:prstGeom>
        </p:spPr>
        <p:txBody>
          <a:bodyPr lIns="0" tIns="0" rIns="0" bIns="0"/>
          <a:lstStyle>
            <a:lvl1pPr>
              <a:defRPr sz="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algn="just">
              <a:spcAft>
                <a:spcPts val="750"/>
              </a:spcAft>
            </a:pPr>
            <a:endParaRPr lang="en-US" dirty="0">
              <a:solidFill>
                <a:srgbClr val="1E293B"/>
              </a:solidFill>
              <a:latin typeface="Space Grotesk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087552" y="3115554"/>
            <a:ext cx="462348" cy="92333"/>
          </a:xfrm>
          <a:prstGeom prst="rect">
            <a:avLst/>
          </a:prstGeom>
        </p:spPr>
        <p:txBody>
          <a:bodyPr lIns="0" tIns="0" rIns="0" bIns="0"/>
          <a:lstStyle>
            <a:lvl1pPr>
              <a:defRPr sz="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lang="es-ES" spc="-5" smtClean="0"/>
              <a:pPr marL="38100">
                <a:lnSpc>
                  <a:spcPct val="100000"/>
                </a:lnSpc>
                <a:spcBef>
                  <a:spcPts val="65"/>
                </a:spcBef>
              </a:pPr>
              <a:t>‹Nº›</a:t>
            </a:fld>
            <a:r>
              <a:rPr lang="es-ES" spc="-35" dirty="0"/>
              <a:t> </a:t>
            </a:r>
            <a:r>
              <a:rPr lang="es-ES" spc="-5" dirty="0"/>
              <a:t>/</a:t>
            </a:r>
            <a:r>
              <a:rPr lang="es-ES" spc="-35" dirty="0"/>
              <a:t> </a:t>
            </a:r>
            <a:r>
              <a:rPr lang="es-ES" spc="-5" dirty="0"/>
              <a:t>41</a:t>
            </a:r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806701" y="3115554"/>
            <a:ext cx="2158778" cy="12128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>
              <a:spcAft>
                <a:spcPts val="750"/>
              </a:spcAft>
            </a:pPr>
            <a:endParaRPr lang="en-US" dirty="0">
              <a:solidFill>
                <a:srgbClr val="1E293B"/>
              </a:solidFill>
              <a:latin typeface="Space Grotesk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087552" y="3115554"/>
            <a:ext cx="325754" cy="92333"/>
          </a:xfrm>
          <a:prstGeom prst="rect">
            <a:avLst/>
          </a:prstGeom>
        </p:spPr>
        <p:txBody>
          <a:bodyPr lIns="0" tIns="0" rIns="0" bIns="0"/>
          <a:lstStyle>
            <a:lvl1pPr>
              <a:defRPr sz="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lang="es-ES" spc="-5" smtClean="0"/>
              <a:pPr marL="38100">
                <a:lnSpc>
                  <a:spcPct val="100000"/>
                </a:lnSpc>
                <a:spcBef>
                  <a:spcPts val="65"/>
                </a:spcBef>
              </a:pPr>
              <a:t>‹Nº›</a:t>
            </a:fld>
            <a:r>
              <a:rPr lang="es-ES" spc="-35" dirty="0"/>
              <a:t> </a:t>
            </a:r>
            <a:r>
              <a:rPr lang="es-ES" spc="-5" dirty="0"/>
              <a:t>/</a:t>
            </a:r>
            <a:r>
              <a:rPr lang="es-ES" spc="-35" dirty="0"/>
              <a:t> 12</a:t>
            </a:r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endParaRPr spc="-5" dirty="0"/>
          </a:p>
        </p:txBody>
      </p:sp>
      <p:sp>
        <p:nvSpPr>
          <p:cNvPr id="8" name="Holder 4">
            <a:extLst>
              <a:ext uri="{FF2B5EF4-FFF2-40B4-BE49-F238E27FC236}">
                <a16:creationId xmlns:a16="http://schemas.microsoft.com/office/drawing/2014/main" id="{B10CB28B-F689-5E4C-E33F-03059FDFA63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06701" y="3115554"/>
            <a:ext cx="2158778" cy="121285"/>
          </a:xfrm>
        </p:spPr>
        <p:txBody>
          <a:bodyPr lIns="0" tIns="0" rIns="0" bIns="0"/>
          <a:lstStyle>
            <a:lvl1pPr>
              <a:defRPr sz="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algn="r">
              <a:spcAft>
                <a:spcPts val="750"/>
              </a:spcAft>
            </a:pPr>
            <a:endParaRPr lang="en-US" dirty="0">
              <a:solidFill>
                <a:srgbClr val="1E293B"/>
              </a:solidFill>
              <a:latin typeface="Space Grotesk"/>
            </a:endParaRPr>
          </a:p>
        </p:txBody>
      </p:sp>
      <p:sp>
        <p:nvSpPr>
          <p:cNvPr id="9" name="Holder 6">
            <a:extLst>
              <a:ext uri="{FF2B5EF4-FFF2-40B4-BE49-F238E27FC236}">
                <a16:creationId xmlns:a16="http://schemas.microsoft.com/office/drawing/2014/main" id="{333723DF-8312-3AAB-882D-F1E636C6BC5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5087552" y="3115554"/>
            <a:ext cx="325754" cy="92333"/>
          </a:xfrm>
        </p:spPr>
        <p:txBody>
          <a:bodyPr lIns="0" tIns="0" rIns="0" bIns="0"/>
          <a:lstStyle>
            <a:lvl1pPr>
              <a:defRPr sz="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lang="es-ES" spc="-5" smtClean="0"/>
              <a:pPr marL="38100">
                <a:lnSpc>
                  <a:spcPct val="100000"/>
                </a:lnSpc>
                <a:spcBef>
                  <a:spcPts val="65"/>
                </a:spcBef>
              </a:pPr>
              <a:t>‹Nº›</a:t>
            </a:fld>
            <a:r>
              <a:rPr lang="es-ES" spc="-35" dirty="0"/>
              <a:t> </a:t>
            </a:r>
            <a:r>
              <a:rPr lang="es-ES" spc="-5" dirty="0"/>
              <a:t>/</a:t>
            </a:r>
            <a:r>
              <a:rPr lang="es-ES" spc="-35" dirty="0"/>
              <a:t> </a:t>
            </a:r>
            <a:r>
              <a:rPr lang="es-ES" spc="-5" dirty="0"/>
              <a:t>41</a:t>
            </a:r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endParaRPr spc="-5" dirty="0"/>
          </a:p>
        </p:txBody>
      </p:sp>
      <p:sp>
        <p:nvSpPr>
          <p:cNvPr id="6" name="Holder 4">
            <a:extLst>
              <a:ext uri="{FF2B5EF4-FFF2-40B4-BE49-F238E27FC236}">
                <a16:creationId xmlns:a16="http://schemas.microsoft.com/office/drawing/2014/main" id="{71D7E67D-3155-6EC8-81DC-230219116CC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06701" y="3115554"/>
            <a:ext cx="2158778" cy="121285"/>
          </a:xfrm>
        </p:spPr>
        <p:txBody>
          <a:bodyPr lIns="0" tIns="0" rIns="0" bIns="0"/>
          <a:lstStyle>
            <a:lvl1pPr>
              <a:defRPr sz="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algn="r">
              <a:spcAft>
                <a:spcPts val="750"/>
              </a:spcAft>
            </a:pPr>
            <a:endParaRPr lang="en-US" dirty="0">
              <a:solidFill>
                <a:srgbClr val="1E293B"/>
              </a:solidFill>
              <a:latin typeface="Space Grotesk"/>
            </a:endParaRPr>
          </a:p>
        </p:txBody>
      </p:sp>
      <p:sp>
        <p:nvSpPr>
          <p:cNvPr id="7" name="Holder 6">
            <a:extLst>
              <a:ext uri="{FF2B5EF4-FFF2-40B4-BE49-F238E27FC236}">
                <a16:creationId xmlns:a16="http://schemas.microsoft.com/office/drawing/2014/main" id="{49B3CFBA-AAAA-DC67-994B-3CE68AD4B47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5087552" y="3115554"/>
            <a:ext cx="325754" cy="92333"/>
          </a:xfrm>
        </p:spPr>
        <p:txBody>
          <a:bodyPr lIns="0" tIns="0" rIns="0" bIns="0"/>
          <a:lstStyle>
            <a:lvl1pPr>
              <a:defRPr sz="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lang="es-ES" spc="-5" smtClean="0"/>
              <a:pPr marL="38100">
                <a:lnSpc>
                  <a:spcPct val="100000"/>
                </a:lnSpc>
                <a:spcBef>
                  <a:spcPts val="65"/>
                </a:spcBef>
              </a:pPr>
              <a:t>‹Nº›</a:t>
            </a:fld>
            <a:r>
              <a:rPr lang="es-ES" spc="-35" dirty="0"/>
              <a:t> </a:t>
            </a:r>
            <a:r>
              <a:rPr lang="es-ES" spc="-5" dirty="0"/>
              <a:t>/</a:t>
            </a:r>
            <a:r>
              <a:rPr lang="es-ES" spc="-35" dirty="0"/>
              <a:t> </a:t>
            </a:r>
            <a:r>
              <a:rPr lang="es-ES" spc="-5" dirty="0"/>
              <a:t>41</a:t>
            </a:r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endParaRPr spc="-5" dirty="0"/>
          </a:p>
        </p:txBody>
      </p:sp>
      <p:sp>
        <p:nvSpPr>
          <p:cNvPr id="5" name="Holder 4">
            <a:extLst>
              <a:ext uri="{FF2B5EF4-FFF2-40B4-BE49-F238E27FC236}">
                <a16:creationId xmlns:a16="http://schemas.microsoft.com/office/drawing/2014/main" id="{07C9D5DB-6EAC-332B-132A-F0B8621EE7D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06701" y="3115554"/>
            <a:ext cx="2158778" cy="121285"/>
          </a:xfrm>
        </p:spPr>
        <p:txBody>
          <a:bodyPr lIns="0" tIns="0" rIns="0" bIns="0"/>
          <a:lstStyle>
            <a:lvl1pPr>
              <a:defRPr sz="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algn="r">
              <a:spcAft>
                <a:spcPts val="750"/>
              </a:spcAft>
            </a:pPr>
            <a:endParaRPr lang="en-US" dirty="0">
              <a:solidFill>
                <a:srgbClr val="1E293B"/>
              </a:solidFill>
              <a:latin typeface="Space Grotesk"/>
            </a:endParaRPr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16F63595-B9DF-57BE-B7FE-39A154BFC06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5087552" y="3115554"/>
            <a:ext cx="325754" cy="92333"/>
          </a:xfrm>
        </p:spPr>
        <p:txBody>
          <a:bodyPr lIns="0" tIns="0" rIns="0" bIns="0"/>
          <a:lstStyle>
            <a:lvl1pPr>
              <a:defRPr sz="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lang="es-ES" spc="-5" smtClean="0"/>
              <a:pPr marL="38100">
                <a:lnSpc>
                  <a:spcPct val="100000"/>
                </a:lnSpc>
                <a:spcBef>
                  <a:spcPts val="65"/>
                </a:spcBef>
              </a:pPr>
              <a:t>‹Nº›</a:t>
            </a:fld>
            <a:r>
              <a:rPr lang="es-ES" spc="-35" dirty="0"/>
              <a:t> </a:t>
            </a:r>
            <a:r>
              <a:rPr lang="es-ES" spc="-5" dirty="0"/>
              <a:t>/</a:t>
            </a:r>
            <a:r>
              <a:rPr lang="es-ES" spc="-35" dirty="0"/>
              <a:t> </a:t>
            </a:r>
            <a:r>
              <a:rPr lang="es-ES" spc="-5" dirty="0"/>
              <a:t>41</a:t>
            </a:r>
            <a:endParaRPr spc="-5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53504" y="3115554"/>
            <a:ext cx="771525" cy="9233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spcAft>
                <a:spcPts val="750"/>
              </a:spcAft>
            </a:pPr>
            <a:endParaRPr lang="en-US" dirty="0">
              <a:solidFill>
                <a:srgbClr val="1E293B"/>
              </a:solidFill>
              <a:latin typeface="Space Grotesk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159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467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289122" y="2723301"/>
            <a:ext cx="232296" cy="27308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7294" y="108224"/>
            <a:ext cx="4394200" cy="288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8439" y="1615875"/>
            <a:ext cx="5128920" cy="1255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53504" y="3115554"/>
            <a:ext cx="771525" cy="121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5"/>
              </a:spcBef>
            </a:pPr>
            <a:endParaRPr spc="-5" dirty="0"/>
          </a:p>
        </p:txBody>
      </p:sp>
      <p:sp>
        <p:nvSpPr>
          <p:cNvPr id="7" name="Holder 4">
            <a:extLst>
              <a:ext uri="{FF2B5EF4-FFF2-40B4-BE49-F238E27FC236}">
                <a16:creationId xmlns:a16="http://schemas.microsoft.com/office/drawing/2014/main" id="{99DC2E99-FBB5-F17A-C5CD-20D76A61C6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06701" y="3115554"/>
            <a:ext cx="2158778" cy="121285"/>
          </a:xfrm>
          <a:prstGeom prst="rect">
            <a:avLst/>
          </a:prstGeom>
        </p:spPr>
        <p:txBody>
          <a:bodyPr lIns="0" tIns="0" rIns="0" bIns="0"/>
          <a:lstStyle>
            <a:lvl1pPr>
              <a:defRPr sz="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algn="r">
              <a:spcAft>
                <a:spcPts val="750"/>
              </a:spcAft>
            </a:pPr>
            <a:endParaRPr lang="en-US" dirty="0">
              <a:solidFill>
                <a:srgbClr val="1E293B"/>
              </a:solidFill>
              <a:latin typeface="Space Grotesk"/>
            </a:endParaRPr>
          </a:p>
        </p:txBody>
      </p:sp>
      <p:sp>
        <p:nvSpPr>
          <p:cNvPr id="8" name="Holder 6">
            <a:extLst>
              <a:ext uri="{FF2B5EF4-FFF2-40B4-BE49-F238E27FC236}">
                <a16:creationId xmlns:a16="http://schemas.microsoft.com/office/drawing/2014/main" id="{46D9C096-8C6C-D5B8-24F0-0E489ACDB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87552" y="3115554"/>
            <a:ext cx="325754" cy="92333"/>
          </a:xfrm>
          <a:prstGeom prst="rect">
            <a:avLst/>
          </a:prstGeom>
        </p:spPr>
        <p:txBody>
          <a:bodyPr lIns="0" tIns="0" rIns="0" bIns="0"/>
          <a:lstStyle>
            <a:lvl1pPr>
              <a:defRPr sz="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lang="es-ES" spc="-5" smtClean="0"/>
              <a:pPr marL="38100">
                <a:lnSpc>
                  <a:spcPct val="100000"/>
                </a:lnSpc>
                <a:spcBef>
                  <a:spcPts val="65"/>
                </a:spcBef>
              </a:pPr>
              <a:t>‹Nº›</a:t>
            </a:fld>
            <a:r>
              <a:rPr lang="es-ES" spc="-35" dirty="0"/>
              <a:t> </a:t>
            </a:r>
            <a:r>
              <a:rPr lang="es-ES" spc="-5" dirty="0"/>
              <a:t>/</a:t>
            </a:r>
            <a:r>
              <a:rPr lang="es-ES" spc="-35" dirty="0"/>
              <a:t> </a:t>
            </a:r>
            <a:r>
              <a:rPr lang="es-ES" spc="-5" dirty="0"/>
              <a:t>41</a:t>
            </a:r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jpeg"/><Relationship Id="rId13" Type="http://schemas.openxmlformats.org/officeDocument/2006/relationships/image" Target="../media/image41.jpeg"/><Relationship Id="rId3" Type="http://schemas.openxmlformats.org/officeDocument/2006/relationships/image" Target="../media/image31.png"/><Relationship Id="rId7" Type="http://schemas.openxmlformats.org/officeDocument/2006/relationships/image" Target="../media/image35.jpeg"/><Relationship Id="rId12" Type="http://schemas.openxmlformats.org/officeDocument/2006/relationships/image" Target="../media/image40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4.png"/><Relationship Id="rId11" Type="http://schemas.openxmlformats.org/officeDocument/2006/relationships/image" Target="../media/image39.jpeg"/><Relationship Id="rId5" Type="http://schemas.openxmlformats.org/officeDocument/2006/relationships/image" Target="../media/image33.png"/><Relationship Id="rId15" Type="http://schemas.openxmlformats.org/officeDocument/2006/relationships/image" Target="../media/image43.jpeg"/><Relationship Id="rId10" Type="http://schemas.openxmlformats.org/officeDocument/2006/relationships/image" Target="../media/image38.jpe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2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jpeg"/><Relationship Id="rId3" Type="http://schemas.openxmlformats.org/officeDocument/2006/relationships/image" Target="../media/image2.png"/><Relationship Id="rId7" Type="http://schemas.openxmlformats.org/officeDocument/2006/relationships/image" Target="../media/image47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emf"/><Relationship Id="rId11" Type="http://schemas.openxmlformats.org/officeDocument/2006/relationships/image" Target="../media/image51.png"/><Relationship Id="rId5" Type="http://schemas.openxmlformats.org/officeDocument/2006/relationships/image" Target="../media/image45.jpeg"/><Relationship Id="rId10" Type="http://schemas.openxmlformats.org/officeDocument/2006/relationships/image" Target="../media/image36.jpeg"/><Relationship Id="rId4" Type="http://schemas.openxmlformats.org/officeDocument/2006/relationships/image" Target="../media/image44.png"/><Relationship Id="rId9" Type="http://schemas.openxmlformats.org/officeDocument/2006/relationships/image" Target="../media/image49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FDC00"/>
          </a:solidFill>
        </p:spPr>
        <p:txBody>
          <a:bodyPr wrap="square" lIns="0" tIns="0" rIns="0" bIns="0" rtlCol="0"/>
          <a:lstStyle/>
          <a:p>
            <a:endParaRPr lang="es-ES" dirty="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2100" y="2383695"/>
            <a:ext cx="609113" cy="71606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667287" y="3120211"/>
            <a:ext cx="745490" cy="184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30" dirty="0">
                <a:solidFill>
                  <a:srgbClr val="FFDC00"/>
                </a:solidFill>
                <a:latin typeface="Calibri"/>
                <a:cs typeface="Calibri"/>
              </a:rPr>
              <a:t>Photo:</a:t>
            </a:r>
            <a:r>
              <a:rPr sz="1050" spc="50" dirty="0">
                <a:solidFill>
                  <a:srgbClr val="FFDC00"/>
                </a:solidFill>
                <a:latin typeface="Calibri"/>
                <a:cs typeface="Calibri"/>
              </a:rPr>
              <a:t> </a:t>
            </a:r>
            <a:r>
              <a:rPr sz="1050" spc="114" dirty="0">
                <a:solidFill>
                  <a:srgbClr val="FFDC00"/>
                </a:solidFill>
                <a:latin typeface="Calibri"/>
                <a:cs typeface="Calibri"/>
              </a:rPr>
              <a:t>AGG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9053" y="22225"/>
            <a:ext cx="4004610" cy="1850828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algn="ctr">
              <a:lnSpc>
                <a:spcPct val="101200"/>
              </a:lnSpc>
              <a:spcBef>
                <a:spcPts val="85"/>
              </a:spcBef>
            </a:pPr>
            <a:r>
              <a:rPr lang="en-US" sz="1800" dirty="0"/>
              <a:t>Bridging Deterministic Chaos and Uncertainty Quantification: Polynomial Chaos Approaches to the Largest Lyapunov Exponent</a:t>
            </a:r>
            <a:br>
              <a:rPr lang="es-ES" sz="2050" dirty="0"/>
            </a:br>
            <a:r>
              <a:rPr lang="es-ES" sz="1400" dirty="0">
                <a:solidFill>
                  <a:srgbClr val="FF0000"/>
                </a:solidFill>
                <a:latin typeface="Times New Roman" panose="02020603050405020304" pitchFamily="18" charset="0"/>
              </a:rPr>
              <a:t>A. García-Gutiérreza*, A. Delgado, F. Parra, R. Echeverría </a:t>
            </a:r>
            <a:br>
              <a:rPr lang="es-ES" sz="1400" dirty="0">
                <a:latin typeface="Times New Roman" panose="02020603050405020304" pitchFamily="18" charset="0"/>
              </a:rPr>
            </a:br>
            <a:r>
              <a:rPr lang="en-US" sz="900" dirty="0">
                <a:latin typeface="Times New Roman" panose="02020603050405020304" pitchFamily="18" charset="0"/>
              </a:rPr>
              <a:t>* Aerospace Engineering Department, I4 Institute, Universidad de León, Spain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s-ES" sz="1000" dirty="0">
                <a:solidFill>
                  <a:srgbClr val="FF0000"/>
                </a:solidFill>
              </a:rPr>
              <a:t>agarcg@unileon.es</a:t>
            </a:r>
            <a:endParaRPr sz="2050" dirty="0">
              <a:solidFill>
                <a:srgbClr val="FF0000"/>
              </a:solidFill>
            </a:endParaRPr>
          </a:p>
        </p:txBody>
      </p:sp>
      <p:pic>
        <p:nvPicPr>
          <p:cNvPr id="8" name="Picture 7" descr="A red and black swirly lines&#10;&#10;AI-generated content may be incorrect.">
            <a:extLst>
              <a:ext uri="{FF2B5EF4-FFF2-40B4-BE49-F238E27FC236}">
                <a16:creationId xmlns:a16="http://schemas.microsoft.com/office/drawing/2014/main" id="{B91A3440-62B0-01A7-48B8-78D61F83B1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977280">
            <a:off x="2631412" y="1414380"/>
            <a:ext cx="3568700" cy="1938628"/>
          </a:xfrm>
          <a:prstGeom prst="rect">
            <a:avLst/>
          </a:prstGeom>
        </p:spPr>
      </p:pic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83E62F6-1210-8ED0-7D28-80C8E6C5249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lang="es-ES" spc="-5" smtClean="0"/>
              <a:pPr marL="38100">
                <a:lnSpc>
                  <a:spcPct val="100000"/>
                </a:lnSpc>
                <a:spcBef>
                  <a:spcPts val="65"/>
                </a:spcBef>
              </a:pPr>
              <a:t>1</a:t>
            </a:fld>
            <a:r>
              <a:rPr lang="es-ES" spc="-35"/>
              <a:t> </a:t>
            </a:r>
            <a:r>
              <a:rPr lang="es-ES" spc="-5"/>
              <a:t>/</a:t>
            </a:r>
            <a:r>
              <a:rPr lang="es-ES" spc="-35"/>
              <a:t> 12</a:t>
            </a:r>
            <a:endParaRPr lang="es-ES" spc="-5" dirty="0"/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AD7A544-3107-A75A-B0FE-79C1606E303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lang="es-ES" spc="-5" smtClean="0"/>
              <a:pPr marL="38100">
                <a:lnSpc>
                  <a:spcPct val="100000"/>
                </a:lnSpc>
                <a:spcBef>
                  <a:spcPts val="65"/>
                </a:spcBef>
              </a:pPr>
              <a:t>2</a:t>
            </a:fld>
            <a:r>
              <a:rPr lang="es-ES" spc="-35" dirty="0"/>
              <a:t> </a:t>
            </a:r>
            <a:r>
              <a:rPr lang="es-ES" spc="-5" dirty="0"/>
              <a:t>/</a:t>
            </a:r>
            <a:r>
              <a:rPr lang="es-ES" spc="-35" dirty="0"/>
              <a:t> 15</a:t>
            </a:r>
            <a:endParaRPr lang="es-ES" spc="-5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CC4AA94-9978-7140-E264-48B9ECE8A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294" y="108224"/>
            <a:ext cx="4394200" cy="288290"/>
          </a:xfrm>
        </p:spPr>
        <p:txBody>
          <a:bodyPr/>
          <a:lstStyle/>
          <a:p>
            <a:pPr algn="l"/>
            <a:r>
              <a:rPr sz="2400" b="1">
                <a:solidFill>
                  <a:srgbClr val="FF0000"/>
                </a:solidFill>
              </a:rPr>
              <a:t>Motivation</a:t>
            </a:r>
            <a:endParaRPr lang="es-ES"/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95F921F1-4BE1-B353-D093-941F0A4AB5B8}"/>
              </a:ext>
            </a:extLst>
          </p:cNvPr>
          <p:cNvSpPr txBox="1"/>
          <p:nvPr/>
        </p:nvSpPr>
        <p:spPr>
          <a:xfrm>
            <a:off x="182880" y="548640"/>
            <a:ext cx="263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4F98A3"/>
                </a:solidFill>
              </a:rPr>
              <a:t>Stochastic ≠ Chaotic</a:t>
            </a:r>
          </a:p>
          <a:p>
            <a:pPr algn="l"/>
            <a:r>
              <a:rPr sz="950" dirty="0">
                <a:solidFill>
                  <a:srgbClr val="4F98A3"/>
                </a:solidFill>
              </a:rPr>
              <a:t>▸ </a:t>
            </a:r>
            <a:r>
              <a:rPr sz="950" b="1" dirty="0">
                <a:solidFill>
                  <a:srgbClr val="000000"/>
                </a:solidFill>
              </a:rPr>
              <a:t>Stochastic systems</a:t>
            </a:r>
            <a:r>
              <a:rPr sz="950" b="0" dirty="0">
                <a:solidFill>
                  <a:srgbClr val="555555"/>
                </a:solidFill>
              </a:rPr>
              <a:t>  are driven by external randomness — noise is injected from outside the dynamics.</a:t>
            </a:r>
          </a:p>
          <a:p>
            <a:pPr algn="l"/>
            <a:r>
              <a:rPr sz="950" dirty="0">
                <a:solidFill>
                  <a:srgbClr val="4F98A3"/>
                </a:solidFill>
              </a:rPr>
              <a:t>▸ </a:t>
            </a:r>
            <a:r>
              <a:rPr sz="950" b="1" dirty="0">
                <a:solidFill>
                  <a:srgbClr val="000000"/>
                </a:solidFill>
              </a:rPr>
              <a:t>Chaotic systems</a:t>
            </a:r>
            <a:r>
              <a:rPr sz="950" b="0" dirty="0">
                <a:solidFill>
                  <a:srgbClr val="555555"/>
                </a:solidFill>
              </a:rPr>
              <a:t>  are purely deterministic — apparent randomness emerges intrinsically from sensitivity to initial conditions.</a:t>
            </a:r>
          </a:p>
          <a:p>
            <a:pPr algn="l"/>
            <a:r>
              <a:rPr sz="950" dirty="0">
                <a:solidFill>
                  <a:srgbClr val="4F98A3"/>
                </a:solidFill>
              </a:rPr>
              <a:t>▸ </a:t>
            </a:r>
            <a:r>
              <a:rPr sz="950" b="1" dirty="0">
                <a:solidFill>
                  <a:srgbClr val="000000"/>
                </a:solidFill>
              </a:rPr>
              <a:t>Their mathematical tools</a:t>
            </a:r>
            <a:r>
              <a:rPr sz="950" b="0" dirty="0">
                <a:solidFill>
                  <a:srgbClr val="555555"/>
                </a:solidFill>
              </a:rPr>
              <a:t>  have historically evolved in separate communities: UQ/PCE for stochastic, Lyapunov exponents &amp; attractor theory for chaos.</a:t>
            </a:r>
          </a:p>
          <a:p>
            <a:pPr algn="l"/>
            <a:r>
              <a:rPr sz="950" dirty="0">
                <a:solidFill>
                  <a:srgbClr val="4F98A3"/>
                </a:solidFill>
              </a:rPr>
              <a:t>▸ </a:t>
            </a:r>
            <a:r>
              <a:rPr sz="950" b="1" dirty="0">
                <a:solidFill>
                  <a:srgbClr val="000000"/>
                </a:solidFill>
              </a:rPr>
              <a:t>Yet both share</a:t>
            </a:r>
            <a:r>
              <a:rPr sz="950" b="0" dirty="0">
                <a:solidFill>
                  <a:srgbClr val="555555"/>
                </a:solidFill>
              </a:rPr>
              <a:t>  exponential divergence of nearby states, statistical uncertainty in long-term predictions, and sensitivity to perturbations.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27978BAF-9B3D-A0D4-0A3A-0907FEF419DE}"/>
              </a:ext>
            </a:extLst>
          </p:cNvPr>
          <p:cNvSpPr txBox="1"/>
          <p:nvPr/>
        </p:nvSpPr>
        <p:spPr>
          <a:xfrm>
            <a:off x="2951480" y="548640"/>
            <a:ext cx="263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FF0000"/>
                </a:solidFill>
              </a:rPr>
              <a:t>An open cross-disciplinary question</a:t>
            </a:r>
          </a:p>
          <a:p>
            <a:pPr algn="l"/>
            <a:r>
              <a:rPr sz="950" dirty="0">
                <a:solidFill>
                  <a:srgbClr val="FF0000"/>
                </a:solidFill>
              </a:rPr>
              <a:t>▸ </a:t>
            </a:r>
            <a:r>
              <a:rPr sz="950" b="1" dirty="0">
                <a:solidFill>
                  <a:srgbClr val="000000"/>
                </a:solidFill>
              </a:rPr>
              <a:t>Can PCE tools</a:t>
            </a:r>
            <a:r>
              <a:rPr sz="950" b="0" dirty="0">
                <a:solidFill>
                  <a:srgbClr val="555555"/>
                </a:solidFill>
              </a:rPr>
              <a:t>  — designed for stochastic propagation — be reused to characterize chaotic instability?</a:t>
            </a:r>
          </a:p>
          <a:p>
            <a:pPr algn="l"/>
            <a:r>
              <a:rPr sz="950" dirty="0">
                <a:solidFill>
                  <a:srgbClr val="FF0000"/>
                </a:solidFill>
              </a:rPr>
              <a:t>▸ </a:t>
            </a:r>
            <a:r>
              <a:rPr sz="950" b="1" dirty="0">
                <a:solidFill>
                  <a:srgbClr val="000000"/>
                </a:solidFill>
              </a:rPr>
              <a:t>This work explores</a:t>
            </a:r>
            <a:r>
              <a:rPr sz="950" b="0" dirty="0">
                <a:solidFill>
                  <a:srgbClr val="555555"/>
                </a:solidFill>
              </a:rPr>
              <a:t>  one possible bridge: variance growth as a proxy for Lyapunov divergence.</a:t>
            </a:r>
          </a:p>
          <a:p>
            <a:pPr algn="l"/>
            <a:r>
              <a:rPr sz="950" dirty="0">
                <a:solidFill>
                  <a:srgbClr val="FF0000"/>
                </a:solidFill>
              </a:rPr>
              <a:t>▸ </a:t>
            </a:r>
            <a:r>
              <a:rPr sz="950" b="1" dirty="0">
                <a:solidFill>
                  <a:srgbClr val="000000"/>
                </a:solidFill>
              </a:rPr>
              <a:t>Potential advantages</a:t>
            </a:r>
            <a:r>
              <a:rPr sz="950" b="0" dirty="0">
                <a:solidFill>
                  <a:srgbClr val="555555"/>
                </a:solidFill>
              </a:rPr>
              <a:t>  include black-box solvers, ensemble reuse, and natural UQ integration — concepts borrowed from stochastic analysis.</a:t>
            </a:r>
          </a:p>
          <a:p>
            <a:pPr algn="l"/>
            <a:r>
              <a:rPr sz="950" dirty="0">
                <a:solidFill>
                  <a:srgbClr val="FF0000"/>
                </a:solidFill>
              </a:rPr>
              <a:t>▸ </a:t>
            </a:r>
            <a:r>
              <a:rPr sz="950" b="1" dirty="0">
                <a:solidFill>
                  <a:srgbClr val="000000"/>
                </a:solidFill>
              </a:rPr>
              <a:t>This is an initial idea,</a:t>
            </a:r>
            <a:r>
              <a:rPr sz="950" b="0" dirty="0">
                <a:solidFill>
                  <a:srgbClr val="555555"/>
                </a:solidFill>
              </a:rPr>
              <a:t>  not a finished framework — it is intended to open new research lines at the intersection of chaos theory and uncertainty quantification.</a:t>
            </a:r>
          </a:p>
        </p:txBody>
      </p:sp>
    </p:spTree>
    <p:extLst>
      <p:ext uri="{BB962C8B-B14F-4D97-AF65-F5344CB8AC3E}">
        <p14:creationId xmlns:p14="http://schemas.microsoft.com/office/powerpoint/2010/main" val="3405678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16C6E7-AB3A-A44D-93A5-43F7E401C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294" y="108224"/>
            <a:ext cx="4394200" cy="369332"/>
          </a:xfrm>
        </p:spPr>
        <p:txBody>
          <a:bodyPr/>
          <a:lstStyle/>
          <a:p>
            <a:r>
              <a:rPr lang="es-ES" sz="2400" dirty="0"/>
              <a:t>Key Ideas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E4C9C21-9F18-4C48-2384-9B1E0F6C717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lang="es-ES" spc="-5" smtClean="0"/>
              <a:pPr marL="38100">
                <a:lnSpc>
                  <a:spcPct val="100000"/>
                </a:lnSpc>
                <a:spcBef>
                  <a:spcPts val="65"/>
                </a:spcBef>
              </a:pPr>
              <a:t>3</a:t>
            </a:fld>
            <a:r>
              <a:rPr lang="es-ES" spc="-35" dirty="0"/>
              <a:t> </a:t>
            </a:r>
            <a:r>
              <a:rPr lang="es-ES" spc="-5" dirty="0"/>
              <a:t>/</a:t>
            </a:r>
            <a:r>
              <a:rPr lang="es-ES" spc="-35" dirty="0"/>
              <a:t> 15</a:t>
            </a:r>
            <a:endParaRPr lang="es-ES" spc="-5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E1E7EF8-7EB5-D3B2-8780-FB8841774A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1545" y="2689225"/>
            <a:ext cx="5251974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/>
              <a:t>García-Gutiérrez, A., Rubio, C., Domínguez, D., &amp; López, D. (2026). </a:t>
            </a:r>
            <a:r>
              <a:rPr lang="en-US" dirty="0">
                <a:solidFill>
                  <a:srgbClr val="FF0000"/>
                </a:solidFill>
              </a:rPr>
              <a:t>Chaos meets stochasticity: A variance-based method for Lyapunov exponent estimation</a:t>
            </a:r>
            <a:r>
              <a:rPr lang="en-US" dirty="0"/>
              <a:t>. </a:t>
            </a:r>
            <a:r>
              <a:rPr lang="en-US" i="1" dirty="0"/>
              <a:t>Chaos: An Interdisciplinary Journal of Nonlinear Science</a:t>
            </a:r>
            <a:r>
              <a:rPr lang="en-US" dirty="0"/>
              <a:t>, </a:t>
            </a:r>
            <a:r>
              <a:rPr lang="en-US" i="1" dirty="0"/>
              <a:t>36</a:t>
            </a:r>
            <a:r>
              <a:rPr lang="en-US" dirty="0"/>
              <a:t>(1).</a:t>
            </a:r>
            <a:endParaRPr kumimoji="0" lang="es-ES" altLang="es-E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CCCF80-1389-09EC-269A-5927870CF5DC}"/>
              </a:ext>
            </a:extLst>
          </p:cNvPr>
          <p:cNvSpPr txBox="1"/>
          <p:nvPr/>
        </p:nvSpPr>
        <p:spPr>
          <a:xfrm>
            <a:off x="106382" y="480594"/>
            <a:ext cx="533839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The largest Lyapunov exponent λ₁ quantifies the exponential rate of separation of infinitesimally close trajectories.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6">
                <a:extLst>
                  <a:ext uri="{FF2B5EF4-FFF2-40B4-BE49-F238E27FC236}">
                    <a16:creationId xmlns:a16="http://schemas.microsoft.com/office/drawing/2014/main" id="{F444E807-DDFD-1D6E-495A-0ACCF3C3C23B}"/>
                  </a:ext>
                </a:extLst>
              </p:cNvPr>
              <p:cNvSpPr/>
              <p:nvPr/>
            </p:nvSpPr>
            <p:spPr>
              <a:xfrm>
                <a:off x="2654300" y="47926"/>
                <a:ext cx="3477946" cy="5823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1" i="1" dirty="0" smtClean="0">
                              <a:solidFill>
                                <a:srgbClr val="28251D"/>
                              </a:solidFill>
                              <a:latin typeface="Cambria Math" panose="02040503050406030204" pitchFamily="18" charset="0"/>
                              <a:ea typeface="Trebuchet MS" pitchFamily="34" charset="-122"/>
                              <a:cs typeface="Trebuchet MS" pitchFamily="34" charset="-120"/>
                            </a:rPr>
                          </m:ctrlPr>
                        </m:sSupPr>
                        <m:e>
                          <m:r>
                            <a:rPr lang="en-US" sz="1200" b="1" i="1" dirty="0" smtClean="0">
                              <a:solidFill>
                                <a:srgbClr val="28251D"/>
                              </a:solidFill>
                              <a:latin typeface="Cambria Math" panose="02040503050406030204" pitchFamily="18" charset="0"/>
                              <a:ea typeface="Trebuchet MS" pitchFamily="34" charset="-122"/>
                              <a:cs typeface="Trebuchet MS" pitchFamily="34" charset="-120"/>
                            </a:rPr>
                            <m:t>𝝀</m:t>
                          </m:r>
                        </m:e>
                        <m:sup>
                          <m:r>
                            <a:rPr lang="en-US" sz="1200" b="1" i="1" dirty="0" smtClean="0">
                              <a:solidFill>
                                <a:srgbClr val="28251D"/>
                              </a:solidFill>
                              <a:latin typeface="Cambria Math" panose="02040503050406030204" pitchFamily="18" charset="0"/>
                              <a:ea typeface="Trebuchet MS" pitchFamily="34" charset="-122"/>
                              <a:cs typeface="Trebuchet MS" pitchFamily="34" charset="-120"/>
                            </a:rPr>
                            <m:t>1</m:t>
                          </m:r>
                        </m:sup>
                      </m:sSup>
                      <m:r>
                        <a:rPr lang="en-US" sz="1200" b="1" i="1" dirty="0" smtClean="0">
                          <a:solidFill>
                            <a:srgbClr val="28251D"/>
                          </a:solidFill>
                          <a:latin typeface="Cambria Math" panose="02040503050406030204" pitchFamily="18" charset="0"/>
                          <a:ea typeface="Trebuchet MS" pitchFamily="34" charset="-122"/>
                          <a:cs typeface="Trebuchet MS" pitchFamily="34" charset="-120"/>
                        </a:rPr>
                        <m:t>=</m:t>
                      </m:r>
                      <m:func>
                        <m:funcPr>
                          <m:ctrlPr>
                            <a:rPr lang="en-US" sz="1200" b="1" i="1" dirty="0" smtClean="0">
                              <a:solidFill>
                                <a:srgbClr val="28251D"/>
                              </a:solidFill>
                              <a:latin typeface="Cambria Math" panose="02040503050406030204" pitchFamily="18" charset="0"/>
                              <a:ea typeface="Trebuchet MS" pitchFamily="34" charset="-122"/>
                              <a:cs typeface="Trebuchet MS" pitchFamily="34" charset="-12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s-ES" sz="1200" b="1" i="1" dirty="0" smtClean="0">
                                  <a:solidFill>
                                    <a:srgbClr val="28251D"/>
                                  </a:solidFill>
                                  <a:latin typeface="Cambria Math" panose="02040503050406030204" pitchFamily="18" charset="0"/>
                                  <a:ea typeface="Trebuchet MS" pitchFamily="34" charset="-122"/>
                                  <a:cs typeface="Trebuchet MS" pitchFamily="34" charset="-12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200" dirty="0" smtClean="0">
                                  <a:solidFill>
                                    <a:srgbClr val="28251D"/>
                                  </a:solidFill>
                                  <a:latin typeface="Cambria Math" panose="02040503050406030204" pitchFamily="18" charset="0"/>
                                  <a:ea typeface="Trebuchet MS" pitchFamily="34" charset="-122"/>
                                  <a:cs typeface="Trebuchet MS" pitchFamily="34" charset="-12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s-ES" sz="1200" b="1" i="1" dirty="0" smtClean="0">
                                  <a:solidFill>
                                    <a:srgbClr val="28251D"/>
                                  </a:solidFill>
                                  <a:latin typeface="Cambria Math" panose="02040503050406030204" pitchFamily="18" charset="0"/>
                                  <a:ea typeface="Trebuchet MS" pitchFamily="34" charset="-122"/>
                                  <a:cs typeface="Trebuchet MS" pitchFamily="34" charset="-120"/>
                                </a:rPr>
                                <m:t>𝒕</m:t>
                              </m:r>
                              <m:r>
                                <a:rPr lang="es-ES" sz="1200" b="1" i="1" dirty="0" smtClean="0">
                                  <a:solidFill>
                                    <a:srgbClr val="28251D"/>
                                  </a:solidFill>
                                  <a:latin typeface="Cambria Math" panose="02040503050406030204" pitchFamily="18" charset="0"/>
                                  <a:ea typeface="Trebuchet MS" pitchFamily="34" charset="-122"/>
                                  <a:cs typeface="Trebuchet MS" pitchFamily="34" charset="-12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sz="1200" b="1" i="1" dirty="0" smtClean="0">
                                  <a:solidFill>
                                    <a:srgbClr val="28251D"/>
                                  </a:solidFill>
                                  <a:latin typeface="Cambria Math" panose="02040503050406030204" pitchFamily="18" charset="0"/>
                                  <a:ea typeface="Trebuchet MS" pitchFamily="34" charset="-122"/>
                                  <a:cs typeface="Trebuchet MS" pitchFamily="34" charset="-12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200" b="1" i="1" dirty="0" smtClean="0">
                                      <a:solidFill>
                                        <a:srgbClr val="28251D"/>
                                      </a:solidFill>
                                      <a:latin typeface="Cambria Math" panose="02040503050406030204" pitchFamily="18" charset="0"/>
                                      <a:ea typeface="Trebuchet MS" pitchFamily="34" charset="-122"/>
                                      <a:cs typeface="Trebuchet MS" pitchFamily="34" charset="-12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b="1" i="1" dirty="0" smtClean="0">
                                      <a:solidFill>
                                        <a:srgbClr val="28251D"/>
                                      </a:solidFill>
                                      <a:latin typeface="Cambria Math" panose="02040503050406030204" pitchFamily="18" charset="0"/>
                                      <a:ea typeface="Trebuchet MS" pitchFamily="34" charset="-122"/>
                                      <a:cs typeface="Trebuchet MS" pitchFamily="34" charset="-12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sz="1200" b="1" i="1" dirty="0" smtClean="0">
                                      <a:solidFill>
                                        <a:srgbClr val="28251D"/>
                                      </a:solidFill>
                                      <a:latin typeface="Cambria Math" panose="02040503050406030204" pitchFamily="18" charset="0"/>
                                      <a:ea typeface="Trebuchet MS" pitchFamily="34" charset="-122"/>
                                      <a:cs typeface="Trebuchet MS" pitchFamily="34" charset="-120"/>
                                    </a:rPr>
                                    <m:t>𝒕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func>
                        <m:funcPr>
                          <m:ctrlPr>
                            <a:rPr lang="en-US" sz="1200" b="1" i="1" dirty="0" smtClean="0">
                              <a:solidFill>
                                <a:srgbClr val="28251D"/>
                              </a:solidFill>
                              <a:latin typeface="Cambria Math" panose="02040503050406030204" pitchFamily="18" charset="0"/>
                              <a:ea typeface="Trebuchet MS" pitchFamily="34" charset="-122"/>
                              <a:cs typeface="Trebuchet MS" pitchFamily="34" charset="-12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dirty="0" smtClean="0">
                              <a:solidFill>
                                <a:srgbClr val="28251D"/>
                              </a:solidFill>
                              <a:latin typeface="Cambria Math" panose="02040503050406030204" pitchFamily="18" charset="0"/>
                              <a:ea typeface="Trebuchet MS" pitchFamily="34" charset="-122"/>
                              <a:cs typeface="Trebuchet MS" pitchFamily="34" charset="-12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1200" b="1" i="1" dirty="0">
                                  <a:solidFill>
                                    <a:srgbClr val="28251D"/>
                                  </a:solidFill>
                                  <a:latin typeface="Cambria Math" panose="02040503050406030204" pitchFamily="18" charset="0"/>
                                  <a:ea typeface="Trebuchet MS" pitchFamily="34" charset="-122"/>
                                  <a:cs typeface="Trebuchet MS" pitchFamily="34" charset="-12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200" b="1" i="1" dirty="0">
                                      <a:solidFill>
                                        <a:srgbClr val="28251D"/>
                                      </a:solidFill>
                                      <a:latin typeface="Cambria Math" panose="02040503050406030204" pitchFamily="18" charset="0"/>
                                      <a:ea typeface="Trebuchet MS" pitchFamily="34" charset="-122"/>
                                      <a:cs typeface="Trebuchet MS" pitchFamily="34" charset="-12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sz="1200" b="1" i="1" dirty="0">
                                          <a:solidFill>
                                            <a:srgbClr val="28251D"/>
                                          </a:solidFill>
                                          <a:latin typeface="Cambria Math" panose="02040503050406030204" pitchFamily="18" charset="0"/>
                                          <a:ea typeface="Trebuchet MS" pitchFamily="34" charset="-122"/>
                                          <a:cs typeface="Trebuchet MS" pitchFamily="34" charset="-12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b="1" i="1" dirty="0">
                                          <a:solidFill>
                                            <a:srgbClr val="28251D"/>
                                          </a:solidFill>
                                          <a:latin typeface="Cambria Math" panose="02040503050406030204" pitchFamily="18" charset="0"/>
                                          <a:ea typeface="Trebuchet MS" pitchFamily="34" charset="-122"/>
                                          <a:cs typeface="Trebuchet MS" pitchFamily="34" charset="-120"/>
                                        </a:rPr>
                                        <m:t>𝜹</m:t>
                                      </m:r>
                                      <m:d>
                                        <m:dPr>
                                          <m:ctrlPr>
                                            <a:rPr lang="en-US" sz="1200" b="1" i="1" dirty="0">
                                              <a:solidFill>
                                                <a:srgbClr val="28251D"/>
                                              </a:solidFill>
                                              <a:latin typeface="Cambria Math" panose="02040503050406030204" pitchFamily="18" charset="0"/>
                                              <a:ea typeface="Trebuchet MS" pitchFamily="34" charset="-122"/>
                                              <a:cs typeface="Trebuchet MS" pitchFamily="34" charset="-12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200" b="1" i="1" dirty="0">
                                              <a:solidFill>
                                                <a:srgbClr val="28251D"/>
                                              </a:solidFill>
                                              <a:latin typeface="Cambria Math" panose="02040503050406030204" pitchFamily="18" charset="0"/>
                                              <a:ea typeface="Trebuchet MS" pitchFamily="34" charset="-122"/>
                                              <a:cs typeface="Trebuchet MS" pitchFamily="34" charset="-120"/>
                                            </a:rPr>
                                            <m:t>𝒕</m:t>
                                          </m:r>
                                        </m:e>
                                      </m:d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sz="1200" b="1" i="1" dirty="0">
                                          <a:solidFill>
                                            <a:srgbClr val="28251D"/>
                                          </a:solidFill>
                                          <a:latin typeface="Cambria Math" panose="02040503050406030204" pitchFamily="18" charset="0"/>
                                          <a:ea typeface="Trebuchet MS" pitchFamily="34" charset="-122"/>
                                          <a:cs typeface="Trebuchet MS" pitchFamily="34" charset="-12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200" b="1" i="1" dirty="0">
                                              <a:solidFill>
                                                <a:srgbClr val="28251D"/>
                                              </a:solidFill>
                                              <a:latin typeface="Cambria Math" panose="02040503050406030204" pitchFamily="18" charset="0"/>
                                              <a:ea typeface="Trebuchet MS" pitchFamily="34" charset="-122"/>
                                              <a:cs typeface="Trebuchet MS" pitchFamily="34" charset="-12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200" b="1" i="1" dirty="0">
                                              <a:solidFill>
                                                <a:srgbClr val="28251D"/>
                                              </a:solidFill>
                                              <a:latin typeface="Cambria Math" panose="02040503050406030204" pitchFamily="18" charset="0"/>
                                              <a:ea typeface="Trebuchet MS" pitchFamily="34" charset="-122"/>
                                              <a:cs typeface="Trebuchet MS" pitchFamily="34" charset="-120"/>
                                            </a:rPr>
                                            <m:t>𝜹</m:t>
                                          </m:r>
                                        </m:e>
                                        <m:sup>
                                          <m:r>
                                            <a:rPr lang="en-US" sz="1200" b="1" i="1" dirty="0">
                                              <a:solidFill>
                                                <a:srgbClr val="28251D"/>
                                              </a:solidFill>
                                              <a:latin typeface="Cambria Math" panose="02040503050406030204" pitchFamily="18" charset="0"/>
                                              <a:ea typeface="Trebuchet MS" pitchFamily="34" charset="-122"/>
                                              <a:cs typeface="Trebuchet MS" pitchFamily="34" charset="-120"/>
                                            </a:rPr>
                                            <m:t>0</m:t>
                                          </m:r>
                                        </m:sup>
                                      </m:sSup>
                                    </m:e>
                                  </m:d>
                                </m:den>
                              </m:f>
                              <m:r>
                                <a:rPr lang="en-US" sz="1200" b="1" i="1" dirty="0">
                                  <a:solidFill>
                                    <a:srgbClr val="28251D"/>
                                  </a:solidFill>
                                  <a:latin typeface="Cambria Math" panose="02040503050406030204" pitchFamily="18" charset="0"/>
                                  <a:ea typeface="Trebuchet MS" pitchFamily="34" charset="-122"/>
                                  <a:cs typeface="Trebuchet MS" pitchFamily="34" charset="-120"/>
                                </a:rPr>
                                <m:t> 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Text 6">
                <a:extLst>
                  <a:ext uri="{FF2B5EF4-FFF2-40B4-BE49-F238E27FC236}">
                    <a16:creationId xmlns:a16="http://schemas.microsoft.com/office/drawing/2014/main" id="{F444E807-DDFD-1D6E-495A-0ACCF3C3C2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4300" y="47926"/>
                <a:ext cx="3477946" cy="5823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DCE42C53-3A6F-A2E4-88AD-85E1B1F23FB2}"/>
              </a:ext>
            </a:extLst>
          </p:cNvPr>
          <p:cNvSpPr txBox="1"/>
          <p:nvPr/>
        </p:nvSpPr>
        <p:spPr>
          <a:xfrm>
            <a:off x="139700" y="992983"/>
            <a:ext cx="2635881" cy="1615827"/>
          </a:xfrm>
          <a:custGeom>
            <a:avLst/>
            <a:gdLst>
              <a:gd name="csX0" fmla="*/ 0 w 2635881"/>
              <a:gd name="csY0" fmla="*/ 0 h 1615827"/>
              <a:gd name="csX1" fmla="*/ 500817 w 2635881"/>
              <a:gd name="csY1" fmla="*/ 0 h 1615827"/>
              <a:gd name="csX2" fmla="*/ 1001635 w 2635881"/>
              <a:gd name="csY2" fmla="*/ 0 h 1615827"/>
              <a:gd name="csX3" fmla="*/ 1581529 w 2635881"/>
              <a:gd name="csY3" fmla="*/ 0 h 1615827"/>
              <a:gd name="csX4" fmla="*/ 2108705 w 2635881"/>
              <a:gd name="csY4" fmla="*/ 0 h 1615827"/>
              <a:gd name="csX5" fmla="*/ 2635881 w 2635881"/>
              <a:gd name="csY5" fmla="*/ 0 h 1615827"/>
              <a:gd name="csX6" fmla="*/ 2635881 w 2635881"/>
              <a:gd name="csY6" fmla="*/ 538609 h 1615827"/>
              <a:gd name="csX7" fmla="*/ 2635881 w 2635881"/>
              <a:gd name="csY7" fmla="*/ 1109535 h 1615827"/>
              <a:gd name="csX8" fmla="*/ 2635881 w 2635881"/>
              <a:gd name="csY8" fmla="*/ 1615827 h 1615827"/>
              <a:gd name="csX9" fmla="*/ 2161422 w 2635881"/>
              <a:gd name="csY9" fmla="*/ 1615827 h 1615827"/>
              <a:gd name="csX10" fmla="*/ 1713323 w 2635881"/>
              <a:gd name="csY10" fmla="*/ 1615827 h 1615827"/>
              <a:gd name="csX11" fmla="*/ 1159788 w 2635881"/>
              <a:gd name="csY11" fmla="*/ 1615827 h 1615827"/>
              <a:gd name="csX12" fmla="*/ 685329 w 2635881"/>
              <a:gd name="csY12" fmla="*/ 1615827 h 1615827"/>
              <a:gd name="csX13" fmla="*/ 0 w 2635881"/>
              <a:gd name="csY13" fmla="*/ 1615827 h 1615827"/>
              <a:gd name="csX14" fmla="*/ 0 w 2635881"/>
              <a:gd name="csY14" fmla="*/ 1061060 h 1615827"/>
              <a:gd name="csX15" fmla="*/ 0 w 2635881"/>
              <a:gd name="csY15" fmla="*/ 554767 h 1615827"/>
              <a:gd name="csX16" fmla="*/ 0 w 2635881"/>
              <a:gd name="csY16" fmla="*/ 0 h 16158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635881" h="1615827" fill="none" extrusionOk="0">
                <a:moveTo>
                  <a:pt x="0" y="0"/>
                </a:moveTo>
                <a:cubicBezTo>
                  <a:pt x="159772" y="-1272"/>
                  <a:pt x="382753" y="4744"/>
                  <a:pt x="500817" y="0"/>
                </a:cubicBezTo>
                <a:cubicBezTo>
                  <a:pt x="618881" y="-4744"/>
                  <a:pt x="838313" y="44667"/>
                  <a:pt x="1001635" y="0"/>
                </a:cubicBezTo>
                <a:cubicBezTo>
                  <a:pt x="1164957" y="-44667"/>
                  <a:pt x="1366237" y="22301"/>
                  <a:pt x="1581529" y="0"/>
                </a:cubicBezTo>
                <a:cubicBezTo>
                  <a:pt x="1796821" y="-22301"/>
                  <a:pt x="1865582" y="8628"/>
                  <a:pt x="2108705" y="0"/>
                </a:cubicBezTo>
                <a:cubicBezTo>
                  <a:pt x="2351828" y="-8628"/>
                  <a:pt x="2434801" y="13450"/>
                  <a:pt x="2635881" y="0"/>
                </a:cubicBezTo>
                <a:cubicBezTo>
                  <a:pt x="2663416" y="109905"/>
                  <a:pt x="2606489" y="423476"/>
                  <a:pt x="2635881" y="538609"/>
                </a:cubicBezTo>
                <a:cubicBezTo>
                  <a:pt x="2665273" y="653742"/>
                  <a:pt x="2617922" y="960387"/>
                  <a:pt x="2635881" y="1109535"/>
                </a:cubicBezTo>
                <a:cubicBezTo>
                  <a:pt x="2653840" y="1258683"/>
                  <a:pt x="2623950" y="1513531"/>
                  <a:pt x="2635881" y="1615827"/>
                </a:cubicBezTo>
                <a:cubicBezTo>
                  <a:pt x="2419948" y="1665407"/>
                  <a:pt x="2378209" y="1570282"/>
                  <a:pt x="2161422" y="1615827"/>
                </a:cubicBezTo>
                <a:cubicBezTo>
                  <a:pt x="1944635" y="1661372"/>
                  <a:pt x="1848048" y="1574294"/>
                  <a:pt x="1713323" y="1615827"/>
                </a:cubicBezTo>
                <a:cubicBezTo>
                  <a:pt x="1578598" y="1657360"/>
                  <a:pt x="1351347" y="1586846"/>
                  <a:pt x="1159788" y="1615827"/>
                </a:cubicBezTo>
                <a:cubicBezTo>
                  <a:pt x="968229" y="1644808"/>
                  <a:pt x="878940" y="1560261"/>
                  <a:pt x="685329" y="1615827"/>
                </a:cubicBezTo>
                <a:cubicBezTo>
                  <a:pt x="491718" y="1671393"/>
                  <a:pt x="146733" y="1609321"/>
                  <a:pt x="0" y="1615827"/>
                </a:cubicBezTo>
                <a:cubicBezTo>
                  <a:pt x="-35461" y="1449997"/>
                  <a:pt x="44069" y="1185662"/>
                  <a:pt x="0" y="1061060"/>
                </a:cubicBezTo>
                <a:cubicBezTo>
                  <a:pt x="-44069" y="936458"/>
                  <a:pt x="48733" y="779050"/>
                  <a:pt x="0" y="554767"/>
                </a:cubicBezTo>
                <a:cubicBezTo>
                  <a:pt x="-48733" y="330484"/>
                  <a:pt x="53060" y="222214"/>
                  <a:pt x="0" y="0"/>
                </a:cubicBezTo>
                <a:close/>
              </a:path>
              <a:path w="2635881" h="1615827" stroke="0" extrusionOk="0">
                <a:moveTo>
                  <a:pt x="0" y="0"/>
                </a:moveTo>
                <a:cubicBezTo>
                  <a:pt x="171110" y="-66359"/>
                  <a:pt x="438347" y="9866"/>
                  <a:pt x="553535" y="0"/>
                </a:cubicBezTo>
                <a:cubicBezTo>
                  <a:pt x="668723" y="-9866"/>
                  <a:pt x="876366" y="4715"/>
                  <a:pt x="1107070" y="0"/>
                </a:cubicBezTo>
                <a:cubicBezTo>
                  <a:pt x="1337775" y="-4715"/>
                  <a:pt x="1529524" y="19886"/>
                  <a:pt x="1686964" y="0"/>
                </a:cubicBezTo>
                <a:cubicBezTo>
                  <a:pt x="1844404" y="-19886"/>
                  <a:pt x="2042308" y="16180"/>
                  <a:pt x="2135064" y="0"/>
                </a:cubicBezTo>
                <a:cubicBezTo>
                  <a:pt x="2227820" y="-16180"/>
                  <a:pt x="2426783" y="43126"/>
                  <a:pt x="2635881" y="0"/>
                </a:cubicBezTo>
                <a:cubicBezTo>
                  <a:pt x="2662985" y="193835"/>
                  <a:pt x="2588855" y="284414"/>
                  <a:pt x="2635881" y="522451"/>
                </a:cubicBezTo>
                <a:cubicBezTo>
                  <a:pt x="2682907" y="760488"/>
                  <a:pt x="2623417" y="844953"/>
                  <a:pt x="2635881" y="1044901"/>
                </a:cubicBezTo>
                <a:cubicBezTo>
                  <a:pt x="2648345" y="1244849"/>
                  <a:pt x="2573361" y="1339576"/>
                  <a:pt x="2635881" y="1615827"/>
                </a:cubicBezTo>
                <a:cubicBezTo>
                  <a:pt x="2508205" y="1633987"/>
                  <a:pt x="2348464" y="1579257"/>
                  <a:pt x="2108705" y="1615827"/>
                </a:cubicBezTo>
                <a:cubicBezTo>
                  <a:pt x="1868946" y="1652397"/>
                  <a:pt x="1822851" y="1577421"/>
                  <a:pt x="1634246" y="1615827"/>
                </a:cubicBezTo>
                <a:cubicBezTo>
                  <a:pt x="1445641" y="1654233"/>
                  <a:pt x="1305242" y="1585513"/>
                  <a:pt x="1186146" y="1615827"/>
                </a:cubicBezTo>
                <a:cubicBezTo>
                  <a:pt x="1067050" y="1646141"/>
                  <a:pt x="892499" y="1572869"/>
                  <a:pt x="606253" y="1615827"/>
                </a:cubicBezTo>
                <a:cubicBezTo>
                  <a:pt x="320007" y="1658785"/>
                  <a:pt x="301414" y="1563204"/>
                  <a:pt x="0" y="1615827"/>
                </a:cubicBezTo>
                <a:cubicBezTo>
                  <a:pt x="-50377" y="1373981"/>
                  <a:pt x="21390" y="1238888"/>
                  <a:pt x="0" y="1109535"/>
                </a:cubicBezTo>
                <a:cubicBezTo>
                  <a:pt x="-21390" y="980182"/>
                  <a:pt x="10855" y="714594"/>
                  <a:pt x="0" y="587084"/>
                </a:cubicBezTo>
                <a:cubicBezTo>
                  <a:pt x="-10855" y="459574"/>
                  <a:pt x="17113" y="158350"/>
                  <a:pt x="0" y="0"/>
                </a:cubicBezTo>
                <a:close/>
              </a:path>
            </a:pathLst>
          </a:custGeom>
          <a:solidFill>
            <a:srgbClr val="F9F8F5"/>
          </a:solidFill>
          <a:ln w="127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351247625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900" b="1" dirty="0"/>
              <a:t>Limitations of Classical Methods</a:t>
            </a:r>
          </a:p>
          <a:p>
            <a:pPr>
              <a:buNone/>
            </a:pPr>
            <a:r>
              <a:rPr lang="en-US" sz="900" dirty="0"/>
              <a:t>Traditional trajectory-based methods (Wolf, </a:t>
            </a:r>
            <a:r>
              <a:rPr lang="en-US" sz="900" dirty="0" err="1"/>
              <a:t>Benettin</a:t>
            </a:r>
            <a:r>
              <a:rPr lang="en-US" sz="900" dirty="0"/>
              <a:t>, Rosenstein):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00" dirty="0"/>
              <a:t>Require tracking nearby trajectories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00" dirty="0"/>
              <a:t>Sensitive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900" dirty="0"/>
              <a:t>Noise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900" dirty="0"/>
              <a:t>Embedding parameters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900" dirty="0"/>
              <a:t>Long-time numerical errors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00" dirty="0"/>
              <a:t>Computationally expensive for high-dimensional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00" dirty="0"/>
              <a:t>Provide limited statistical information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4188939-1082-DAA5-FC4F-52CDF0F24C87}"/>
              </a:ext>
            </a:extLst>
          </p:cNvPr>
          <p:cNvSpPr txBox="1"/>
          <p:nvPr/>
        </p:nvSpPr>
        <p:spPr>
          <a:xfrm>
            <a:off x="2874772" y="937228"/>
            <a:ext cx="2885055" cy="923330"/>
          </a:xfrm>
          <a:solidFill>
            <a:srgbClr val="F9F8F5"/>
          </a:solidFill>
          <a:ln w="12700">
            <a:solidFill>
              <a:srgbClr val="FF0000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buNone/>
              <a:defRPr sz="900" b="1"/>
            </a:lvl1pPr>
            <a:lvl2pPr marL="742950" lvl="1" indent="-285750">
              <a:buFont typeface="Arial" panose="020B0604020202020204" pitchFamily="34" charset="0"/>
              <a:buChar char="•"/>
              <a:defRPr sz="900"/>
            </a:lvl2pPr>
          </a:lstStyle>
          <a:p>
            <a:r>
              <a:rPr lang="en-US" dirty="0"/>
              <a:t>Core Idea of This Work</a:t>
            </a:r>
          </a:p>
          <a:p>
            <a:r>
              <a:rPr lang="en-US" dirty="0"/>
              <a:t>Instead of tracking individual trajectories:</a:t>
            </a:r>
          </a:p>
          <a:p>
            <a:pPr lvl="1"/>
            <a:r>
              <a:rPr lang="en-US" dirty="0"/>
              <a:t>Propagate an entire probability distribution of initial conditions</a:t>
            </a:r>
          </a:p>
          <a:p>
            <a:pPr lvl="1"/>
            <a:r>
              <a:rPr lang="en-US" dirty="0"/>
              <a:t>Compute the LLE from the exponential growth of ensemble variance</a:t>
            </a:r>
          </a:p>
        </p:txBody>
      </p:sp>
    </p:spTree>
    <p:extLst>
      <p:ext uri="{BB962C8B-B14F-4D97-AF65-F5344CB8AC3E}">
        <p14:creationId xmlns:p14="http://schemas.microsoft.com/office/powerpoint/2010/main" val="249698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39700" y="76469"/>
            <a:ext cx="5189220" cy="30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24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traditional approach: Wolf algorithm</a:t>
            </a:r>
            <a:endParaRPr lang="en-US" sz="1324" dirty="0"/>
          </a:p>
        </p:txBody>
      </p:sp>
      <p:sp>
        <p:nvSpPr>
          <p:cNvPr id="4" name="Text 2"/>
          <p:cNvSpPr/>
          <p:nvPr/>
        </p:nvSpPr>
        <p:spPr>
          <a:xfrm>
            <a:off x="224087" y="844042"/>
            <a:ext cx="2767584" cy="1729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spcAft>
                <a:spcPts val="284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Wolf et al. (1985) introduced the standard recipe still used today: evolve a reference trajectory together with a perturbed companion and accumulate the logarithmic separation.</a:t>
            </a:r>
          </a:p>
          <a:p>
            <a:pPr marL="171450" indent="-171450">
              <a:spcAft>
                <a:spcPts val="284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renormalization of the perturbation prevents numerical overflow once trajectories diverge by orders of magnitude.</a:t>
            </a:r>
          </a:p>
          <a:p>
            <a:pPr marL="171450" indent="-171450">
              <a:spcAft>
                <a:spcPts val="284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a running mean that converges to λ₁ as the integration time grows — but each run yields a single realization that depends on the chosen perturbation and reference orbit.</a:t>
            </a:r>
          </a:p>
        </p:txBody>
      </p:sp>
      <p:sp>
        <p:nvSpPr>
          <p:cNvPr id="5" name="Shape 3"/>
          <p:cNvSpPr/>
          <p:nvPr/>
        </p:nvSpPr>
        <p:spPr>
          <a:xfrm>
            <a:off x="3156776" y="479425"/>
            <a:ext cx="2335149" cy="2032445"/>
          </a:xfrm>
          <a:prstGeom prst="rect">
            <a:avLst/>
          </a:prstGeom>
          <a:solidFill>
            <a:srgbClr val="F9F8F5"/>
          </a:solidFill>
          <a:ln w="9525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851"/>
          </a:p>
        </p:txBody>
      </p:sp>
      <p:sp>
        <p:nvSpPr>
          <p:cNvPr id="6" name="Text 4"/>
          <p:cNvSpPr/>
          <p:nvPr/>
        </p:nvSpPr>
        <p:spPr>
          <a:xfrm>
            <a:off x="3264884" y="565912"/>
            <a:ext cx="2162175" cy="172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142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sketch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64884" y="803751"/>
            <a:ext cx="194596" cy="194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7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</a:t>
            </a:r>
            <a:endParaRPr lang="en-US" sz="757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/>
              <p:nvPr/>
            </p:nvSpPr>
            <p:spPr>
              <a:xfrm>
                <a:off x="3444208" y="760507"/>
                <a:ext cx="1989201" cy="3027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rgbClr val="28251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Integrate reference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solidFill>
                          <a:srgbClr val="28251D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𝑥</m:t>
                    </m:r>
                    <m:r>
                      <a:rPr lang="en-US" sz="900" i="1" dirty="0" smtClean="0">
                        <a:solidFill>
                          <a:srgbClr val="28251D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(</m:t>
                    </m:r>
                    <m:r>
                      <a:rPr lang="en-US" sz="900" i="1" dirty="0" smtClean="0">
                        <a:solidFill>
                          <a:srgbClr val="28251D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𝑡</m:t>
                    </m:r>
                    <m:r>
                      <a:rPr lang="en-US" sz="900" i="1" dirty="0" smtClean="0">
                        <a:solidFill>
                          <a:srgbClr val="28251D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)</m:t>
                    </m:r>
                  </m:oMath>
                </a14:m>
                <a:r>
                  <a:rPr lang="en-US" sz="900" dirty="0">
                    <a:solidFill>
                      <a:srgbClr val="28251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and perturbed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solidFill>
                          <a:srgbClr val="28251D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𝑥</m:t>
                    </m:r>
                    <m:r>
                      <a:rPr lang="en-US" sz="900" i="1" dirty="0" smtClean="0">
                        <a:solidFill>
                          <a:srgbClr val="28251D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(</m:t>
                    </m:r>
                    <m:r>
                      <a:rPr lang="en-US" sz="900" i="1" dirty="0" smtClean="0">
                        <a:solidFill>
                          <a:srgbClr val="28251D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𝑡</m:t>
                    </m:r>
                    <m:r>
                      <a:rPr lang="en-US" sz="900" i="1" dirty="0" smtClean="0">
                        <a:solidFill>
                          <a:srgbClr val="28251D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)+</m:t>
                    </m:r>
                    <m:r>
                      <a:rPr lang="en-US" sz="900" i="1" dirty="0" smtClean="0">
                        <a:solidFill>
                          <a:srgbClr val="28251D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𝛿</m:t>
                    </m:r>
                    <m:r>
                      <a:rPr lang="en-US" sz="900" i="1" dirty="0" smtClean="0">
                        <a:solidFill>
                          <a:srgbClr val="28251D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(</m:t>
                    </m:r>
                    <m:r>
                      <a:rPr lang="en-US" sz="900" i="1" dirty="0" smtClean="0">
                        <a:solidFill>
                          <a:srgbClr val="28251D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𝑡</m:t>
                    </m:r>
                    <m:r>
                      <a:rPr lang="en-US" sz="900" i="1" dirty="0" smtClean="0">
                        <a:solidFill>
                          <a:srgbClr val="28251D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).</m:t>
                    </m:r>
                  </m:oMath>
                </a14:m>
                <a:endParaRPr lang="en-US" sz="900" dirty="0"/>
              </a:p>
            </p:txBody>
          </p:sp>
        </mc:Choice>
        <mc:Fallback xmlns=""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208" y="760507"/>
                <a:ext cx="1989201" cy="302705"/>
              </a:xfrm>
              <a:prstGeom prst="rect">
                <a:avLst/>
              </a:prstGeom>
              <a:blipFill>
                <a:blip r:embed="rId3"/>
                <a:stretch>
                  <a:fillRect l="-3681" t="-8163" b="-1224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7"/>
          <p:cNvSpPr/>
          <p:nvPr/>
        </p:nvSpPr>
        <p:spPr>
          <a:xfrm>
            <a:off x="3264884" y="1128078"/>
            <a:ext cx="194596" cy="194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7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</a:t>
            </a:r>
            <a:endParaRPr lang="en-US" sz="757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/>
              <p:nvPr/>
            </p:nvSpPr>
            <p:spPr>
              <a:xfrm>
                <a:off x="3444208" y="1117265"/>
                <a:ext cx="1989201" cy="3027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rgbClr val="28251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After interval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solidFill>
                          <a:srgbClr val="28251D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𝜏</m:t>
                    </m:r>
                  </m:oMath>
                </a14:m>
                <a:r>
                  <a:rPr lang="en-US" sz="900" dirty="0">
                    <a:solidFill>
                      <a:srgbClr val="28251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, measure separation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solidFill>
                          <a:srgbClr val="28251D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‖</m:t>
                    </m:r>
                    <m:r>
                      <a:rPr lang="en-US" sz="900" i="1" dirty="0" smtClean="0">
                        <a:solidFill>
                          <a:srgbClr val="28251D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𝛿</m:t>
                    </m:r>
                    <m:r>
                      <a:rPr lang="en-US" sz="900" i="1" dirty="0" smtClean="0">
                        <a:solidFill>
                          <a:srgbClr val="28251D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(</m:t>
                    </m:r>
                    <m:r>
                      <a:rPr lang="en-US" sz="900" i="1" dirty="0" smtClean="0">
                        <a:solidFill>
                          <a:srgbClr val="28251D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𝜏</m:t>
                    </m:r>
                    <m:r>
                      <a:rPr lang="en-US" sz="900" i="1" dirty="0" smtClean="0">
                        <a:solidFill>
                          <a:srgbClr val="28251D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)‖</m:t>
                    </m:r>
                  </m:oMath>
                </a14:m>
                <a:r>
                  <a:rPr lang="en-US" sz="900" dirty="0">
                    <a:solidFill>
                      <a:srgbClr val="28251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</a:t>
                </a:r>
                <a:endParaRPr lang="en-US" sz="900" dirty="0"/>
              </a:p>
            </p:txBody>
          </p:sp>
        </mc:Choice>
        <mc:Fallback xmlns=""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208" y="1117265"/>
                <a:ext cx="1989201" cy="302705"/>
              </a:xfrm>
              <a:prstGeom prst="rect">
                <a:avLst/>
              </a:prstGeom>
              <a:blipFill>
                <a:blip r:embed="rId4"/>
                <a:stretch>
                  <a:fillRect l="-3681" t="-8000" b="-2000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9"/>
          <p:cNvSpPr/>
          <p:nvPr/>
        </p:nvSpPr>
        <p:spPr>
          <a:xfrm>
            <a:off x="3264884" y="1452404"/>
            <a:ext cx="194596" cy="194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7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</a:t>
            </a:r>
            <a:endParaRPr lang="en-US" sz="757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/>
              <p:cNvSpPr/>
              <p:nvPr/>
            </p:nvSpPr>
            <p:spPr>
              <a:xfrm>
                <a:off x="3481102" y="1452404"/>
                <a:ext cx="1989201" cy="3027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rgbClr val="28251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Accumulate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900" i="1" dirty="0" smtClean="0">
                        <a:solidFill>
                          <a:srgbClr val="28251D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ln</m:t>
                    </m:r>
                    <m:r>
                      <a:rPr lang="en-US" sz="900" i="1" dirty="0" smtClean="0">
                        <a:solidFill>
                          <a:srgbClr val="28251D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⁡(‖</m:t>
                    </m:r>
                    <m:r>
                      <a:rPr lang="en-US" sz="900" i="1" dirty="0" smtClean="0">
                        <a:solidFill>
                          <a:srgbClr val="28251D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𝛿</m:t>
                    </m:r>
                    <m:r>
                      <a:rPr lang="en-US" sz="900" i="1" dirty="0" smtClean="0">
                        <a:solidFill>
                          <a:srgbClr val="28251D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(</m:t>
                    </m:r>
                    <m:r>
                      <a:rPr lang="en-US" sz="900" i="1" dirty="0" smtClean="0">
                        <a:solidFill>
                          <a:srgbClr val="28251D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𝜏</m:t>
                    </m:r>
                    <m:r>
                      <a:rPr lang="en-US" sz="900" i="1" dirty="0" smtClean="0">
                        <a:solidFill>
                          <a:srgbClr val="28251D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)‖ / ‖</m:t>
                    </m:r>
                    <m:r>
                      <a:rPr lang="en-US" sz="900" i="1" dirty="0" smtClean="0">
                        <a:solidFill>
                          <a:srgbClr val="28251D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𝛿</m:t>
                    </m:r>
                    <m:r>
                      <a:rPr lang="en-US" sz="900" i="1" dirty="0" smtClean="0">
                        <a:solidFill>
                          <a:srgbClr val="28251D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₀‖)</m:t>
                    </m:r>
                  </m:oMath>
                </a14:m>
                <a:r>
                  <a:rPr lang="en-US" sz="900" dirty="0">
                    <a:solidFill>
                      <a:srgbClr val="28251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into a running sum.</a:t>
                </a:r>
                <a:endParaRPr lang="en-US" sz="900" dirty="0"/>
              </a:p>
            </p:txBody>
          </p:sp>
        </mc:Choice>
        <mc:Fallback xmlns=""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1102" y="1452404"/>
                <a:ext cx="1989201" cy="302705"/>
              </a:xfrm>
              <a:prstGeom prst="rect">
                <a:avLst/>
              </a:prstGeom>
              <a:blipFill>
                <a:blip r:embed="rId5"/>
                <a:stretch>
                  <a:fillRect l="-3681" t="-8000" b="-2000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11"/>
          <p:cNvSpPr/>
          <p:nvPr/>
        </p:nvSpPr>
        <p:spPr>
          <a:xfrm>
            <a:off x="3264884" y="1776730"/>
            <a:ext cx="194596" cy="194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7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</a:t>
            </a:r>
            <a:endParaRPr lang="en-US" sz="757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/>
              <p:cNvSpPr/>
              <p:nvPr/>
            </p:nvSpPr>
            <p:spPr>
              <a:xfrm>
                <a:off x="3459480" y="1739093"/>
                <a:ext cx="1989201" cy="3027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rgbClr val="28251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Renormalize </a:t>
                </a:r>
                <a14:m>
                  <m:oMath xmlns:m="http://schemas.openxmlformats.org/officeDocument/2006/math">
                    <m:r>
                      <a:rPr lang="en-US" sz="900" i="1" dirty="0" smtClean="0">
                        <a:solidFill>
                          <a:srgbClr val="28251D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𝛿</m:t>
                    </m:r>
                    <m:r>
                      <a:rPr lang="en-US" sz="900" i="1" dirty="0" smtClean="0">
                        <a:solidFill>
                          <a:srgbClr val="28251D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→ </m:t>
                    </m:r>
                    <m:r>
                      <a:rPr lang="en-US" sz="900" i="1" dirty="0" smtClean="0">
                        <a:solidFill>
                          <a:srgbClr val="28251D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𝛿</m:t>
                    </m:r>
                    <m:r>
                      <a:rPr lang="en-US" sz="900" i="1" dirty="0" smtClean="0">
                        <a:solidFill>
                          <a:srgbClr val="28251D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₀·</m:t>
                    </m:r>
                    <m:r>
                      <a:rPr lang="en-US" sz="900" i="1" dirty="0" smtClean="0">
                        <a:solidFill>
                          <a:srgbClr val="28251D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𝛿</m:t>
                    </m:r>
                    <m:r>
                      <a:rPr lang="en-US" sz="900" i="1" dirty="0" smtClean="0">
                        <a:solidFill>
                          <a:srgbClr val="28251D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/‖</m:t>
                    </m:r>
                    <m:r>
                      <a:rPr lang="en-US" sz="900" i="1" dirty="0" smtClean="0">
                        <a:solidFill>
                          <a:srgbClr val="28251D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𝛿</m:t>
                    </m:r>
                    <m:r>
                      <a:rPr lang="en-US" sz="900" i="1" dirty="0" smtClean="0">
                        <a:solidFill>
                          <a:srgbClr val="28251D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‖</m:t>
                    </m:r>
                  </m:oMath>
                </a14:m>
                <a:r>
                  <a:rPr lang="en-US" sz="900" dirty="0">
                    <a:solidFill>
                      <a:srgbClr val="28251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and repeat.</a:t>
                </a:r>
                <a:endParaRPr lang="en-US" sz="900" dirty="0"/>
              </a:p>
            </p:txBody>
          </p:sp>
        </mc:Choice>
        <mc:Fallback xmlns="">
          <p:sp>
            <p:nvSpPr>
              <p:cNvPr id="14" name="Text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9480" y="1739093"/>
                <a:ext cx="1989201" cy="302705"/>
              </a:xfrm>
              <a:prstGeom prst="rect">
                <a:avLst/>
              </a:prstGeom>
              <a:blipFill>
                <a:blip r:embed="rId6"/>
                <a:stretch>
                  <a:fillRect l="-3681" r="-92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13"/>
          <p:cNvSpPr/>
          <p:nvPr/>
        </p:nvSpPr>
        <p:spPr>
          <a:xfrm>
            <a:off x="3264884" y="2101056"/>
            <a:ext cx="194596" cy="194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7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</a:t>
            </a:r>
            <a:endParaRPr lang="en-US" sz="757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/>
              <p:nvPr/>
            </p:nvSpPr>
            <p:spPr>
              <a:xfrm>
                <a:off x="3481102" y="2101056"/>
                <a:ext cx="1989201" cy="3027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800" i="1" dirty="0" smtClean="0">
                              <a:solidFill>
                                <a:srgbClr val="28251D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</m:ctrlPr>
                        </m:sSupPr>
                        <m:e>
                          <m:r>
                            <a:rPr lang="en-US" sz="800" i="1" dirty="0" smtClean="0">
                              <a:solidFill>
                                <a:srgbClr val="28251D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𝜆</m:t>
                          </m:r>
                        </m:e>
                        <m:sup>
                          <m:r>
                            <a:rPr lang="en-US" sz="800" i="1" dirty="0" smtClean="0">
                              <a:solidFill>
                                <a:srgbClr val="28251D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1</m:t>
                          </m:r>
                        </m:sup>
                      </m:sSup>
                      <m:r>
                        <a:rPr lang="en-US" sz="800" i="1" dirty="0" smtClean="0">
                          <a:solidFill>
                            <a:srgbClr val="28251D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≈ </m:t>
                      </m:r>
                      <m:d>
                        <m:dPr>
                          <m:ctrlPr>
                            <a:rPr lang="en-US" sz="800" i="1" dirty="0" smtClean="0">
                              <a:solidFill>
                                <a:srgbClr val="28251D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800" i="1" dirty="0" smtClean="0">
                                  <a:solidFill>
                                    <a:srgbClr val="28251D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</m:ctrlPr>
                            </m:fPr>
                            <m:num>
                              <m:r>
                                <a:rPr lang="en-US" sz="800" i="1" dirty="0" smtClean="0">
                                  <a:solidFill>
                                    <a:srgbClr val="28251D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800" i="1" dirty="0" smtClean="0">
                                  <a:solidFill>
                                    <a:srgbClr val="28251D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  <m:t>𝑁</m:t>
                              </m:r>
                              <m:r>
                                <a:rPr lang="en-US" sz="800" i="1" dirty="0">
                                  <a:solidFill>
                                    <a:srgbClr val="28251D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  <m:t>𝜏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en-US" sz="800" i="0" dirty="0">
                          <a:solidFill>
                            <a:srgbClr val="28251D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Σ</m:t>
                      </m:r>
                      <m:func>
                        <m:funcPr>
                          <m:ctrlPr>
                            <a:rPr lang="en-US" sz="800" i="1" dirty="0">
                              <a:solidFill>
                                <a:srgbClr val="28251D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800" i="0" dirty="0">
                              <a:solidFill>
                                <a:srgbClr val="28251D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800" i="1" dirty="0">
                                  <a:solidFill>
                                    <a:srgbClr val="28251D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800" i="1" dirty="0">
                                      <a:solidFill>
                                        <a:srgbClr val="28251D"/>
                                      </a:solidFill>
                                      <a:latin typeface="Cambria Math" panose="02040503050406030204" pitchFamily="18" charset="0"/>
                                      <a:ea typeface="Calibri" pitchFamily="34" charset="-122"/>
                                      <a:cs typeface="Calibri" pitchFamily="34" charset="-12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sz="800" i="1" dirty="0">
                                          <a:solidFill>
                                            <a:srgbClr val="28251D"/>
                                          </a:solidFill>
                                          <a:latin typeface="Cambria Math" panose="02040503050406030204" pitchFamily="18" charset="0"/>
                                          <a:ea typeface="Calibri" pitchFamily="34" charset="-122"/>
                                          <a:cs typeface="Calibri" pitchFamily="34" charset="-12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800" i="1" dirty="0">
                                          <a:solidFill>
                                            <a:srgbClr val="28251D"/>
                                          </a:solidFill>
                                          <a:latin typeface="Cambria Math" panose="02040503050406030204" pitchFamily="18" charset="0"/>
                                          <a:ea typeface="Calibri" pitchFamily="34" charset="-122"/>
                                          <a:cs typeface="Calibri" pitchFamily="34" charset="-120"/>
                                        </a:rPr>
                                        <m:t>𝛿</m:t>
                                      </m:r>
                                      <m:r>
                                        <a:rPr lang="en-US" sz="800" i="1" dirty="0">
                                          <a:solidFill>
                                            <a:srgbClr val="28251D"/>
                                          </a:solidFill>
                                          <a:latin typeface="Cambria Math" panose="02040503050406030204" pitchFamily="18" charset="0"/>
                                          <a:ea typeface="Calibri" pitchFamily="34" charset="-122"/>
                                          <a:cs typeface="Calibri" pitchFamily="34" charset="-120"/>
                                        </a:rPr>
                                        <m:t>ᵢ</m:t>
                                      </m:r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sz="800" i="1" dirty="0">
                                          <a:solidFill>
                                            <a:srgbClr val="28251D"/>
                                          </a:solidFill>
                                          <a:latin typeface="Cambria Math" panose="02040503050406030204" pitchFamily="18" charset="0"/>
                                          <a:ea typeface="Calibri" pitchFamily="34" charset="-122"/>
                                          <a:cs typeface="Calibri" pitchFamily="34" charset="-12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800" i="1" dirty="0">
                                              <a:solidFill>
                                                <a:srgbClr val="28251D"/>
                                              </a:solidFill>
                                              <a:latin typeface="Cambria Math" panose="02040503050406030204" pitchFamily="18" charset="0"/>
                                              <a:ea typeface="Calibri" pitchFamily="34" charset="-122"/>
                                              <a:cs typeface="Calibri" pitchFamily="34" charset="-12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800" i="1" dirty="0">
                                              <a:solidFill>
                                                <a:srgbClr val="28251D"/>
                                              </a:solidFill>
                                              <a:latin typeface="Cambria Math" panose="02040503050406030204" pitchFamily="18" charset="0"/>
                                              <a:ea typeface="Calibri" pitchFamily="34" charset="-122"/>
                                              <a:cs typeface="Calibri" pitchFamily="34" charset="-120"/>
                                            </a:rPr>
                                            <m:t>𝛿</m:t>
                                          </m:r>
                                        </m:e>
                                        <m:sup>
                                          <m:r>
                                            <a:rPr lang="en-US" sz="800" i="1" dirty="0">
                                              <a:solidFill>
                                                <a:srgbClr val="28251D"/>
                                              </a:solidFill>
                                              <a:latin typeface="Cambria Math" panose="02040503050406030204" pitchFamily="18" charset="0"/>
                                              <a:ea typeface="Calibri" pitchFamily="34" charset="-122"/>
                                              <a:cs typeface="Calibri" pitchFamily="34" charset="-120"/>
                                            </a:rPr>
                                            <m:t>0</m:t>
                                          </m:r>
                                        </m:sup>
                                      </m:sSup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800" i="1" dirty="0">
                          <a:solidFill>
                            <a:srgbClr val="28251D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.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" name="Text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1102" y="2101056"/>
                <a:ext cx="1989201" cy="30270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Marcador de número de diapositiva 4">
            <a:extLst>
              <a:ext uri="{FF2B5EF4-FFF2-40B4-BE49-F238E27FC236}">
                <a16:creationId xmlns:a16="http://schemas.microsoft.com/office/drawing/2014/main" id="{25327671-B68E-9FB5-8A06-CB8074246CBF}"/>
              </a:ext>
            </a:extLst>
          </p:cNvPr>
          <p:cNvSpPr txBox="1">
            <a:spLocks/>
          </p:cNvSpPr>
          <p:nvPr/>
        </p:nvSpPr>
        <p:spPr>
          <a:xfrm>
            <a:off x="5059646" y="3012213"/>
            <a:ext cx="538548" cy="94527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65"/>
              </a:spcBef>
            </a:pPr>
            <a:fld id="{81D60167-4931-47E6-BA6A-407CBD079E47}" type="slidenum">
              <a:rPr lang="es-ES" sz="600" spc="-5" smtClean="0"/>
              <a:pPr marL="38100">
                <a:spcBef>
                  <a:spcPts val="65"/>
                </a:spcBef>
              </a:pPr>
              <a:t>4</a:t>
            </a:fld>
            <a:r>
              <a:rPr lang="es-ES" sz="600" spc="-35" dirty="0"/>
              <a:t> </a:t>
            </a:r>
            <a:r>
              <a:rPr lang="es-ES" sz="600" spc="-5" dirty="0"/>
              <a:t>/</a:t>
            </a:r>
            <a:r>
              <a:rPr lang="es-ES" sz="600" spc="-35" dirty="0"/>
              <a:t> 15</a:t>
            </a:r>
            <a:endParaRPr lang="es-ES" sz="600" spc="-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6D0E07A-AC74-D050-73B4-4E8AE1A00A51}"/>
              </a:ext>
            </a:extLst>
          </p:cNvPr>
          <p:cNvSpPr/>
          <p:nvPr/>
        </p:nvSpPr>
        <p:spPr>
          <a:xfrm>
            <a:off x="202692" y="-1651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28251D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statistical alternative: variance growth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0DC2B3C-EB56-B202-B9E9-1F38E79C9131}"/>
                  </a:ext>
                </a:extLst>
              </p:cNvPr>
              <p:cNvSpPr txBox="1"/>
              <p:nvPr/>
            </p:nvSpPr>
            <p:spPr>
              <a:xfrm>
                <a:off x="98425" y="403225"/>
                <a:ext cx="2542667" cy="26695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>
                    <a:solidFill>
                      <a:srgbClr val="28251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Instead of tracking a single perturbed orbit, track the </a:t>
                </a:r>
                <a:r>
                  <a:rPr lang="en-US" sz="1000" b="1" dirty="0">
                    <a:solidFill>
                      <a:srgbClr val="28251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spread of an entire ensemble</a:t>
                </a:r>
                <a:r>
                  <a:rPr lang="en-US" sz="1000" dirty="0">
                    <a:solidFill>
                      <a:srgbClr val="28251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originating from an initially localized probability distribution.</a:t>
                </a:r>
                <a:endParaRPr lang="en-US" sz="1000" dirty="0"/>
              </a:p>
              <a:p>
                <a:pPr marL="171450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000" dirty="0">
                    <a:solidFill>
                      <a:srgbClr val="28251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For a tight initial cloud, the variance of any chosen state component grows approximately as</a:t>
                </a:r>
                <a:endParaRPr lang="en-US" sz="1000" dirty="0"/>
              </a:p>
              <a:p>
                <a:pPr marL="0" indent="0">
                  <a:spcAft>
                    <a:spcPts val="600"/>
                  </a:spcAft>
                  <a:buNone/>
                </a:pPr>
                <a:r>
                  <a:rPr lang="en-US" sz="1000" dirty="0">
                    <a:solidFill>
                      <a:srgbClr val="28251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endParaRPr lang="en-US" sz="1000" dirty="0"/>
              </a:p>
              <a:p>
                <a:pPr marL="0" indent="0">
                  <a:spcAft>
                    <a:spcPts val="600"/>
                  </a:spcAft>
                  <a:buNone/>
                </a:pPr>
                <a:r>
                  <a:rPr lang="en-US" sz="1000" dirty="0">
                    <a:solidFill>
                      <a:schemeClr val="tx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𝜎</m:t>
                    </m:r>
                    <m:r>
                      <a:rPr lang="en-US" sz="1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²(</m:t>
                    </m:r>
                    <m:r>
                      <a:rPr lang="en-US" sz="1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𝑡</m:t>
                    </m:r>
                    <m:r>
                      <a:rPr lang="en-US" sz="1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) ≈ </m:t>
                    </m:r>
                    <m:r>
                      <a:rPr lang="en-US" sz="1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𝜎</m:t>
                    </m:r>
                    <m:r>
                      <a:rPr lang="en-US" sz="1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₀²</m:t>
                    </m:r>
                    <m:r>
                      <m:rPr>
                        <m:sty m:val="p"/>
                      </m:rPr>
                      <a:rPr lang="en-US" sz="1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exp</m:t>
                    </m:r>
                    <m:r>
                      <a:rPr lang="en-US" sz="1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⁡(2 </m:t>
                    </m:r>
                    <m:r>
                      <a:rPr lang="en-US" sz="1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𝜆</m:t>
                    </m:r>
                    <m:r>
                      <a:rPr lang="en-US" sz="1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₁ </m:t>
                    </m:r>
                    <m:r>
                      <a:rPr lang="en-US" sz="1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𝑡</m:t>
                    </m:r>
                    <m:r>
                      <a:rPr lang="en-US" sz="1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)</m:t>
                    </m:r>
                  </m:oMath>
                </a14:m>
                <a:endParaRPr lang="en-US" sz="1000" dirty="0">
                  <a:solidFill>
                    <a:schemeClr val="tx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marL="0" indent="0">
                  <a:spcAft>
                    <a:spcPts val="600"/>
                  </a:spcAft>
                  <a:buNone/>
                </a:pPr>
                <a:r>
                  <a:rPr lang="en-US" sz="1000" dirty="0">
                    <a:solidFill>
                      <a:srgbClr val="28251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endParaRPr lang="en-US" sz="1000" dirty="0"/>
              </a:p>
              <a:p>
                <a:pPr marL="0" indent="0">
                  <a:spcAft>
                    <a:spcPts val="600"/>
                  </a:spcAft>
                  <a:buNone/>
                </a:pPr>
                <a:r>
                  <a:rPr lang="en-US" sz="1000" dirty="0">
                    <a:solidFill>
                      <a:srgbClr val="28251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so that</a:t>
                </a:r>
                <a:endParaRPr lang="en-US" sz="1000" dirty="0"/>
              </a:p>
              <a:p>
                <a:pPr marL="0" indent="0"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         </m:t>
                      </m:r>
                      <m:sSup>
                        <m:sSupPr>
                          <m:ctrlPr>
                            <a:rPr lang="en-US" sz="1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</m:ctrlPr>
                        </m:sSupPr>
                        <m:e>
                          <m:r>
                            <a:rPr lang="en-US" sz="1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𝝀</m:t>
                          </m:r>
                        </m:e>
                        <m:sup>
                          <m:r>
                            <a:rPr lang="en-US" sz="1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1</m:t>
                          </m:r>
                        </m:sup>
                      </m:sSup>
                      <m:r>
                        <a:rPr lang="en-US" sz="1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≈</m:t>
                      </m:r>
                      <m:d>
                        <m:dPr>
                          <m:ctrlPr>
                            <a:rPr lang="en-US" sz="1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ES" sz="1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</m:ctrlPr>
                            </m:fPr>
                            <m:num>
                              <m:r>
                                <a:rPr lang="en-US" sz="1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sz="1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  <m:t>𝟐</m:t>
                              </m:r>
                              <m:r>
                                <a:rPr lang="en-US" sz="1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  <m:t>𝒕</m:t>
                              </m:r>
                            </m:den>
                          </m:f>
                        </m:e>
                      </m:d>
                      <m:func>
                        <m:funcPr>
                          <m:ctrlPr>
                            <a:rPr lang="en-US" sz="1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0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itchFamily="34" charset="-122"/>
                              <a:cs typeface="Calibri" pitchFamily="34" charset="-12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1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000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libri" pitchFamily="34" charset="-122"/>
                                      <a:cs typeface="Calibri" pitchFamily="34" charset="-12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1000" b="1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libri" pitchFamily="34" charset="-122"/>
                                          <a:cs typeface="Calibri" pitchFamily="34" charset="-12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000" b="1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libri" pitchFamily="34" charset="-122"/>
                                          <a:cs typeface="Calibri" pitchFamily="34" charset="-120"/>
                                        </a:rPr>
                                        <m:t>𝝈</m:t>
                                      </m:r>
                                    </m:e>
                                    <m:sup>
                                      <m:r>
                                        <a:rPr lang="en-US" sz="1000" b="1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libri" pitchFamily="34" charset="-122"/>
                                          <a:cs typeface="Calibri" pitchFamily="34" charset="-12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sz="1000" b="1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libri" pitchFamily="34" charset="-122"/>
                                          <a:cs typeface="Calibri" pitchFamily="34" charset="-12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000" b="1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libri" pitchFamily="34" charset="-122"/>
                                          <a:cs typeface="Calibri" pitchFamily="34" charset="-120"/>
                                        </a:rPr>
                                        <m:t>𝒕</m:t>
                                      </m:r>
                                    </m:e>
                                  </m:d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es-ES" sz="1000" b="1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libri" pitchFamily="34" charset="-122"/>
                                          <a:cs typeface="Calibri" pitchFamily="34" charset="-12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000" b="1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libri" pitchFamily="34" charset="-122"/>
                                          <a:cs typeface="Calibri" pitchFamily="34" charset="-120"/>
                                        </a:rPr>
                                        <m:t>𝝈</m:t>
                                      </m:r>
                                    </m:e>
                                    <m:sub>
                                      <m:r>
                                        <a:rPr lang="es-ES" sz="1000" b="1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libri" pitchFamily="34" charset="-122"/>
                                          <a:cs typeface="Calibri" pitchFamily="34" charset="-120"/>
                                        </a:rPr>
                                        <m:t>𝟎</m:t>
                                      </m:r>
                                    </m:sub>
                                    <m:sup>
                                      <m:r>
                                        <a:rPr lang="en-US" sz="1000" b="1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libri" pitchFamily="34" charset="-122"/>
                                          <a:cs typeface="Calibri" pitchFamily="34" charset="-12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1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.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0DC2B3C-EB56-B202-B9E9-1F38E79C91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25" y="403225"/>
                <a:ext cx="2542667" cy="26695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5">
            <a:extLst>
              <a:ext uri="{FF2B5EF4-FFF2-40B4-BE49-F238E27FC236}">
                <a16:creationId xmlns:a16="http://schemas.microsoft.com/office/drawing/2014/main" id="{F4B72630-3DC0-0E92-B724-1142F71745F2}"/>
              </a:ext>
            </a:extLst>
          </p:cNvPr>
          <p:cNvSpPr/>
          <p:nvPr/>
        </p:nvSpPr>
        <p:spPr>
          <a:xfrm>
            <a:off x="2515108" y="327025"/>
            <a:ext cx="3048000" cy="18653760"/>
          </a:xfrm>
          <a:solidFill>
            <a:srgbClr val="F9F8F5"/>
          </a:solidFill>
          <a:ln w="127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 kern="0" spc="142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appealing</a:t>
            </a:r>
          </a:p>
          <a:p>
            <a:endParaRPr lang="en-US" sz="105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/>
              <a:t>Chaotic and stochastic systems share fundamental connections.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/>
              <a:t>Variance growth encodes the same instability information as trajectory divergence.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Chaos can therefore be analyzed through: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/>
              <a:t>Probability distributions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/>
              <a:t>Ensemble statistics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/>
              <a:t>Uncertainty propagation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/>
              <a:t>Natural fit for UQ pipelines.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/>
              <a:t>Reuses ensembles already produced for uncertainty quantification.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/>
              <a:t>No tangent system required (in the nonintrusive version).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/>
              <a:t>The solver is called as-is — useful for legacy and industrial codes.</a:t>
            </a:r>
          </a:p>
          <a:p>
            <a:endParaRPr lang="en-US" sz="900" b="1" dirty="0"/>
          </a:p>
          <a:p>
            <a:endParaRPr lang="en-US" sz="900" b="1" dirty="0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BFE67036-8F3C-48EB-6215-71D0307CC271}"/>
              </a:ext>
            </a:extLst>
          </p:cNvPr>
          <p:cNvSpPr txBox="1">
            <a:spLocks/>
          </p:cNvSpPr>
          <p:nvPr/>
        </p:nvSpPr>
        <p:spPr>
          <a:xfrm>
            <a:off x="5087552" y="3072738"/>
            <a:ext cx="678248" cy="13514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65"/>
              </a:spcBef>
            </a:pPr>
            <a:fld id="{81D60167-4931-47E6-BA6A-407CBD079E47}" type="slidenum">
              <a:rPr lang="es-ES" sz="600" spc="-5" smtClean="0"/>
              <a:pPr marL="38100">
                <a:spcBef>
                  <a:spcPts val="65"/>
                </a:spcBef>
              </a:pPr>
              <a:t>5</a:t>
            </a:fld>
            <a:r>
              <a:rPr lang="es-ES" sz="600" spc="-35" dirty="0"/>
              <a:t> </a:t>
            </a:r>
            <a:r>
              <a:rPr lang="es-ES" sz="600" spc="-5" dirty="0"/>
              <a:t>/</a:t>
            </a:r>
            <a:r>
              <a:rPr lang="es-ES" sz="600" spc="-35" dirty="0"/>
              <a:t> 15</a:t>
            </a:r>
            <a:endParaRPr lang="es-ES" sz="600" spc="-5" dirty="0"/>
          </a:p>
        </p:txBody>
      </p:sp>
    </p:spTree>
    <p:extLst>
      <p:ext uri="{BB962C8B-B14F-4D97-AF65-F5344CB8AC3E}">
        <p14:creationId xmlns:p14="http://schemas.microsoft.com/office/powerpoint/2010/main" val="1130385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88B2A-B950-A05C-8B72-B4CBC5997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294" y="108224"/>
            <a:ext cx="5278806" cy="295001"/>
          </a:xfrm>
        </p:spPr>
        <p:txBody>
          <a:bodyPr/>
          <a:lstStyle/>
          <a:p>
            <a:r>
              <a:rPr lang="en-US" dirty="0"/>
              <a:t>Variance-based Lyapunov exponent estimation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A8E05F-B49F-B07F-504C-5BAE6F95315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lang="es-ES" spc="-5" smtClean="0"/>
              <a:pPr marL="38100">
                <a:lnSpc>
                  <a:spcPct val="100000"/>
                </a:lnSpc>
                <a:spcBef>
                  <a:spcPts val="65"/>
                </a:spcBef>
              </a:pPr>
              <a:t>6</a:t>
            </a:fld>
            <a:r>
              <a:rPr lang="es-ES" spc="-35"/>
              <a:t> </a:t>
            </a:r>
            <a:r>
              <a:rPr lang="es-ES" spc="-5"/>
              <a:t>/</a:t>
            </a:r>
            <a:r>
              <a:rPr lang="es-ES" spc="-35"/>
              <a:t> 12</a:t>
            </a:r>
            <a:endParaRPr lang="es-ES" spc="-5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08F0C0-0550-02E5-2351-C0B494A59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732" y="1426706"/>
            <a:ext cx="3361068" cy="18022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41DF5A-7F2E-9682-DFC8-5984CA663A02}"/>
              </a:ext>
            </a:extLst>
          </p:cNvPr>
          <p:cNvSpPr txBox="1"/>
          <p:nvPr/>
        </p:nvSpPr>
        <p:spPr>
          <a:xfrm>
            <a:off x="2524124" y="2546968"/>
            <a:ext cx="1295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dirty="0"/>
              <a:t>Geometric evolution of a Gaussian distribution under deterministic dynamics.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E6207B2-A3C2-B01D-111A-167E66B6F803}"/>
                  </a:ext>
                </a:extLst>
              </p:cNvPr>
              <p:cNvSpPr txBox="1"/>
              <p:nvPr/>
            </p:nvSpPr>
            <p:spPr>
              <a:xfrm>
                <a:off x="215900" y="434653"/>
                <a:ext cx="5486399" cy="1111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s-ES" sz="1100" dirty="0"/>
                  <a:t>Total </a:t>
                </a:r>
                <a:r>
                  <a:rPr lang="es-ES" sz="1100" dirty="0" err="1"/>
                  <a:t>variance</a:t>
                </a:r>
                <a:r>
                  <a:rPr lang="es-ES" sz="1100" dirty="0"/>
                  <a:t> </a:t>
                </a:r>
                <a:r>
                  <a:rPr lang="es-ES" sz="1100" dirty="0" err="1"/>
                  <a:t>grows</a:t>
                </a:r>
                <a:r>
                  <a:rPr lang="es-ES" sz="1100" dirty="0"/>
                  <a:t> </a:t>
                </a:r>
                <a:r>
                  <a:rPr lang="es-ES" sz="1100" dirty="0" err="1"/>
                  <a:t>exponentially</a:t>
                </a:r>
                <a:r>
                  <a:rPr lang="es-ES" sz="1100" dirty="0"/>
                  <a:t> </a:t>
                </a:r>
                <a:r>
                  <a:rPr lang="es-ES" sz="1100" dirty="0" err="1"/>
                  <a:t>with</a:t>
                </a:r>
                <a:r>
                  <a:rPr lang="es-ES" sz="1100" dirty="0"/>
                  <a:t> </a:t>
                </a:r>
                <a:r>
                  <a:rPr lang="es-ES" sz="1100" dirty="0" err="1"/>
                  <a:t>the</a:t>
                </a:r>
                <a:r>
                  <a:rPr lang="es-ES" sz="1100" dirty="0"/>
                  <a:t> </a:t>
                </a:r>
                <a:r>
                  <a:rPr lang="es-ES" sz="1100" dirty="0" err="1"/>
                  <a:t>dominant</a:t>
                </a:r>
                <a:r>
                  <a:rPr lang="es-ES" sz="1100" dirty="0"/>
                  <a:t> </a:t>
                </a:r>
                <a:r>
                  <a:rPr lang="es-ES" sz="1100" dirty="0" err="1"/>
                  <a:t>Lyapunov</a:t>
                </a:r>
                <a:r>
                  <a:rPr lang="es-ES" sz="1100" dirty="0"/>
                  <a:t> </a:t>
                </a:r>
                <a:r>
                  <a:rPr lang="es-ES" sz="1100" dirty="0" err="1"/>
                  <a:t>direction</a:t>
                </a:r>
                <a:r>
                  <a:rPr lang="es-ES" sz="1100" dirty="0"/>
                  <a:t>. </a:t>
                </a:r>
                <a:r>
                  <a:rPr lang="es-ES" sz="1100" dirty="0" err="1"/>
                  <a:t>Being</a:t>
                </a:r>
                <a:r>
                  <a:rPr lang="es-ES" sz="1100" dirty="0"/>
                  <a:t> </a:t>
                </a:r>
                <a14:m>
                  <m:oMath xmlns:m="http://schemas.openxmlformats.org/officeDocument/2006/math">
                    <m:r>
                      <a:rPr lang="es-ES" sz="1100" i="1">
                        <a:latin typeface="Cambria Math" panose="02040503050406030204" pitchFamily="18" charset="0"/>
                      </a:rPr>
                      <m:t>∑</m:t>
                    </m:r>
                    <m:d>
                      <m:dPr>
                        <m:ctrlPr>
                          <a:rPr lang="es-ES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1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s-ES" sz="1100" dirty="0"/>
                  <a:t> </a:t>
                </a:r>
                <a:r>
                  <a:rPr lang="es-ES" sz="1100" dirty="0" err="1"/>
                  <a:t>the</a:t>
                </a:r>
                <a:r>
                  <a:rPr lang="es-ES" sz="1100" dirty="0"/>
                  <a:t> </a:t>
                </a:r>
                <a:r>
                  <a:rPr lang="es-ES" sz="1100" dirty="0" err="1"/>
                  <a:t>covariance</a:t>
                </a:r>
                <a:r>
                  <a:rPr lang="es-ES" sz="1100" dirty="0"/>
                  <a:t> </a:t>
                </a:r>
                <a:r>
                  <a:rPr lang="es-ES" sz="1100" dirty="0" err="1"/>
                  <a:t>matrix</a:t>
                </a:r>
                <a:r>
                  <a:rPr lang="es-ES" sz="1100" dirty="0"/>
                  <a:t>, </a:t>
                </a:r>
                <a:r>
                  <a:rPr lang="es-ES" sz="1100" dirty="0" err="1"/>
                  <a:t>it</a:t>
                </a:r>
                <a:r>
                  <a:rPr lang="es-ES" sz="1100" dirty="0"/>
                  <a:t> </a:t>
                </a:r>
                <a:r>
                  <a:rPr lang="es-ES" sz="1100" dirty="0" err="1"/>
                  <a:t>is</a:t>
                </a:r>
                <a:r>
                  <a:rPr lang="es-ES" sz="1100" dirty="0"/>
                  <a:t> </a:t>
                </a:r>
                <a:r>
                  <a:rPr lang="es-ES" sz="1100" dirty="0" err="1"/>
                  <a:t>shown</a:t>
                </a:r>
                <a:r>
                  <a:rPr lang="es-ES" sz="1100" dirty="0"/>
                  <a:t> </a:t>
                </a:r>
                <a:r>
                  <a:rPr lang="es-ES" sz="1100" dirty="0" err="1"/>
                  <a:t>that</a:t>
                </a:r>
                <a:r>
                  <a:rPr lang="es-ES" sz="11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050" b="0" i="1" smtClean="0">
                          <a:latin typeface="Cambria Math" panose="02040503050406030204" pitchFamily="18" charset="0"/>
                        </a:rPr>
                        <m:t>𝑇𝑟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105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050" b="0" i="1" smtClean="0">
                              <a:latin typeface="Cambria Math" panose="02040503050406030204" pitchFamily="18" charset="0"/>
                            </a:rPr>
                            <m:t>∑</m:t>
                          </m:r>
                          <m:d>
                            <m:dPr>
                              <m:ctrlPr>
                                <a:rPr lang="es-ES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105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s-ES" sz="10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lang="es-ES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s-ES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s-ES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d>
                            <m:dPr>
                              <m:begChr m:val=""/>
                              <m:endChr m:val=""/>
                              <m:ctrlPr>
                                <a:rPr lang="es-ES" sz="10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10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s-ES" sz="105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05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s-ES" sz="105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ES" sz="10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p>
                      <m:r>
                        <a:rPr lang="es-ES" sz="10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" sz="105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/>
                  <a:t>Aspect ratio reveals elongation of the evolving Gaussian cloud.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050" b="0" i="1" smtClean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s-ES" sz="105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05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ES" sz="105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05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050" b="0" i="1" smtClean="0">
                              <a:latin typeface="Cambria Math" panose="02040503050406030204" pitchFamily="18" charset="0"/>
                            </a:rPr>
                            <m:t>𝑉𝑎</m:t>
                          </m:r>
                          <m:sSub>
                            <m:sSubPr>
                              <m:ctrlPr>
                                <a:rPr lang="es-ES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05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s-ES" sz="105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s-ES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105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s-ES" sz="1050" b="0" i="1" smtClean="0">
                              <a:latin typeface="Cambria Math" panose="02040503050406030204" pitchFamily="18" charset="0"/>
                            </a:rPr>
                            <m:t>𝑉𝑎</m:t>
                          </m:r>
                          <m:sSub>
                            <m:sSubPr>
                              <m:ctrlPr>
                                <a:rPr lang="es-ES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05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s-ES" sz="105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ES" sz="105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105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ES" sz="105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s-ES" sz="10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lang="es-ES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s-ES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s-ES" sz="10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ES" sz="105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05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s-ES" sz="105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ES" sz="10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sz="105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05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s-ES" sz="105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s-ES" sz="10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s-ES" sz="105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E6207B2-A3C2-B01D-111A-167E66B6F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00" y="434653"/>
                <a:ext cx="5486399" cy="1111586"/>
              </a:xfrm>
              <a:prstGeom prst="rect">
                <a:avLst/>
              </a:prstGeom>
              <a:blipFill>
                <a:blip r:embed="rId3"/>
                <a:stretch>
                  <a:fillRect b="-10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94D6353-614D-019B-2319-142AFF70627B}"/>
                  </a:ext>
                </a:extLst>
              </p:cNvPr>
              <p:cNvSpPr txBox="1"/>
              <p:nvPr/>
            </p:nvSpPr>
            <p:spPr>
              <a:xfrm>
                <a:off x="63500" y="1699933"/>
                <a:ext cx="2274094" cy="1084592"/>
              </a:xfrm>
              <a:custGeom>
                <a:avLst/>
                <a:gdLst>
                  <a:gd name="csX0" fmla="*/ 0 w 2274094"/>
                  <a:gd name="csY0" fmla="*/ 0 h 1084592"/>
                  <a:gd name="csX1" fmla="*/ 591264 w 2274094"/>
                  <a:gd name="csY1" fmla="*/ 0 h 1084592"/>
                  <a:gd name="csX2" fmla="*/ 1182529 w 2274094"/>
                  <a:gd name="csY2" fmla="*/ 0 h 1084592"/>
                  <a:gd name="csX3" fmla="*/ 1682830 w 2274094"/>
                  <a:gd name="csY3" fmla="*/ 0 h 1084592"/>
                  <a:gd name="csX4" fmla="*/ 2274094 w 2274094"/>
                  <a:gd name="csY4" fmla="*/ 0 h 1084592"/>
                  <a:gd name="csX5" fmla="*/ 2274094 w 2274094"/>
                  <a:gd name="csY5" fmla="*/ 542296 h 1084592"/>
                  <a:gd name="csX6" fmla="*/ 2274094 w 2274094"/>
                  <a:gd name="csY6" fmla="*/ 1084592 h 1084592"/>
                  <a:gd name="csX7" fmla="*/ 1660089 w 2274094"/>
                  <a:gd name="csY7" fmla="*/ 1084592 h 1084592"/>
                  <a:gd name="csX8" fmla="*/ 1046083 w 2274094"/>
                  <a:gd name="csY8" fmla="*/ 1084592 h 1084592"/>
                  <a:gd name="csX9" fmla="*/ 523042 w 2274094"/>
                  <a:gd name="csY9" fmla="*/ 1084592 h 1084592"/>
                  <a:gd name="csX10" fmla="*/ 0 w 2274094"/>
                  <a:gd name="csY10" fmla="*/ 1084592 h 1084592"/>
                  <a:gd name="csX11" fmla="*/ 0 w 2274094"/>
                  <a:gd name="csY11" fmla="*/ 553142 h 1084592"/>
                  <a:gd name="csX12" fmla="*/ 0 w 2274094"/>
                  <a:gd name="csY12" fmla="*/ 0 h 108459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2274094" h="1084592" extrusionOk="0">
                    <a:moveTo>
                      <a:pt x="0" y="0"/>
                    </a:moveTo>
                    <a:cubicBezTo>
                      <a:pt x="259598" y="14134"/>
                      <a:pt x="323836" y="3260"/>
                      <a:pt x="591264" y="0"/>
                    </a:cubicBezTo>
                    <a:cubicBezTo>
                      <a:pt x="858692" y="-3260"/>
                      <a:pt x="945916" y="-924"/>
                      <a:pt x="1182529" y="0"/>
                    </a:cubicBezTo>
                    <a:cubicBezTo>
                      <a:pt x="1419142" y="924"/>
                      <a:pt x="1463233" y="-18287"/>
                      <a:pt x="1682830" y="0"/>
                    </a:cubicBezTo>
                    <a:cubicBezTo>
                      <a:pt x="1902427" y="18287"/>
                      <a:pt x="2084515" y="-13349"/>
                      <a:pt x="2274094" y="0"/>
                    </a:cubicBezTo>
                    <a:cubicBezTo>
                      <a:pt x="2261078" y="163577"/>
                      <a:pt x="2247450" y="408047"/>
                      <a:pt x="2274094" y="542296"/>
                    </a:cubicBezTo>
                    <a:cubicBezTo>
                      <a:pt x="2300738" y="676545"/>
                      <a:pt x="2287106" y="826740"/>
                      <a:pt x="2274094" y="1084592"/>
                    </a:cubicBezTo>
                    <a:cubicBezTo>
                      <a:pt x="2135279" y="1082316"/>
                      <a:pt x="1935901" y="1094014"/>
                      <a:pt x="1660089" y="1084592"/>
                    </a:cubicBezTo>
                    <a:cubicBezTo>
                      <a:pt x="1384277" y="1075170"/>
                      <a:pt x="1207956" y="1077026"/>
                      <a:pt x="1046083" y="1084592"/>
                    </a:cubicBezTo>
                    <a:cubicBezTo>
                      <a:pt x="884210" y="1092158"/>
                      <a:pt x="735222" y="1061027"/>
                      <a:pt x="523042" y="1084592"/>
                    </a:cubicBezTo>
                    <a:cubicBezTo>
                      <a:pt x="310862" y="1108157"/>
                      <a:pt x="232792" y="1074738"/>
                      <a:pt x="0" y="1084592"/>
                    </a:cubicBezTo>
                    <a:cubicBezTo>
                      <a:pt x="1214" y="907810"/>
                      <a:pt x="12216" y="673960"/>
                      <a:pt x="0" y="553142"/>
                    </a:cubicBezTo>
                    <a:cubicBezTo>
                      <a:pt x="-12216" y="432324"/>
                      <a:pt x="5706" y="155605"/>
                      <a:pt x="0" y="0"/>
                    </a:cubicBezTo>
                    <a:close/>
                  </a:path>
                </a:pathLst>
              </a:custGeom>
              <a:noFill/>
              <a:ln>
                <a:solidFill>
                  <a:srgbClr val="FF0000"/>
                </a:solidFill>
                <a:extLst>
                  <a:ext uri="{C807C97D-BFC1-408E-A445-0C87EB9F89A2}">
                    <ask:lineSketchStyleProps xmlns:ask="http://schemas.microsoft.com/office/drawing/2018/sketchyshapes" sd="2850983306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ES" sz="1100" b="1" dirty="0"/>
                  <a:t>Estimator </a:t>
                </a:r>
                <a:r>
                  <a:rPr lang="es-ES" sz="1100" b="1" dirty="0" err="1"/>
                  <a:t>obtained</a:t>
                </a:r>
                <a:r>
                  <a:rPr lang="es-ES" sz="1100" b="1" dirty="0"/>
                  <a:t> </a:t>
                </a:r>
                <a:r>
                  <a:rPr lang="es-ES" sz="1100" b="1" dirty="0" err="1"/>
                  <a:t>directly</a:t>
                </a:r>
                <a:r>
                  <a:rPr lang="es-ES" sz="1100" b="1" dirty="0"/>
                  <a:t> </a:t>
                </a:r>
                <a:r>
                  <a:rPr lang="es-ES" sz="1100" b="1" dirty="0" err="1"/>
                  <a:t>from</a:t>
                </a:r>
                <a:r>
                  <a:rPr lang="es-ES" sz="1100" b="1" dirty="0"/>
                  <a:t> </a:t>
                </a:r>
                <a:r>
                  <a:rPr lang="es-ES" sz="1100" b="1" dirty="0" err="1"/>
                  <a:t>covariance</a:t>
                </a:r>
                <a:r>
                  <a:rPr lang="es-ES" sz="1100" b="1" dirty="0"/>
                  <a:t>-trace </a:t>
                </a:r>
                <a:r>
                  <a:rPr lang="es-ES" sz="1100" b="1" dirty="0" err="1"/>
                  <a:t>growth</a:t>
                </a:r>
                <a:endParaRPr lang="es-ES" sz="1100" b="1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1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s-ES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s-ES" sz="11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s-E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s-ES" sz="11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s-ES" sz="11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s-ES" sz="1100" b="0" i="1" smtClean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s-E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11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ES" sz="1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ES" sz="11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func>
                            <m:funcPr>
                              <m:ctrlPr>
                                <a:rPr lang="es-E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ES" sz="11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E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s-ES" sz="11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ES" sz="1100" i="1">
                                          <a:latin typeface="Cambria Math" panose="02040503050406030204" pitchFamily="18" charset="0"/>
                                        </a:rPr>
                                        <m:t>𝑇𝑟</m:t>
                                      </m:r>
                                      <m:r>
                                        <a:rPr lang="es-ES" sz="1100" b="0" i="1" smtClean="0">
                                          <a:latin typeface="Cambria Math" panose="02040503050406030204" pitchFamily="18" charset="0"/>
                                        </a:rPr>
                                        <m:t>[</m:t>
                                      </m:r>
                                      <m:r>
                                        <a:rPr lang="es-ES" sz="1100" i="1">
                                          <a:latin typeface="Cambria Math" panose="02040503050406030204" pitchFamily="18" charset="0"/>
                                        </a:rPr>
                                        <m:t>∑</m:t>
                                      </m:r>
                                      <m:d>
                                        <m:dPr>
                                          <m:ctrlPr>
                                            <a:rPr lang="es-ES" sz="1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ES" sz="11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  <m:r>
                                        <a:rPr lang="es-ES" sz="1100" b="0" i="1" smtClean="0">
                                          <a:latin typeface="Cambria Math" panose="02040503050406030204" pitchFamily="18" charset="0"/>
                                        </a:rPr>
                                        <m:t>]</m:t>
                                      </m:r>
                                    </m:num>
                                    <m:den>
                                      <m:r>
                                        <a:rPr lang="es-ES" sz="1100" i="1">
                                          <a:latin typeface="Cambria Math" panose="02040503050406030204" pitchFamily="18" charset="0"/>
                                        </a:rPr>
                                        <m:t>𝑇𝑟</m:t>
                                      </m:r>
                                      <m:r>
                                        <a:rPr lang="es-ES" sz="1100" b="0" i="1" smtClean="0">
                                          <a:latin typeface="Cambria Math" panose="02040503050406030204" pitchFamily="18" charset="0"/>
                                        </a:rPr>
                                        <m:t>[</m:t>
                                      </m:r>
                                      <m:nary>
                                        <m:naryPr>
                                          <m:chr m:val="∑"/>
                                          <m:supHide m:val="on"/>
                                          <m:ctrlPr>
                                            <a:rPr lang="es-ES" sz="11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s-ES" sz="11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  <m:sup/>
                                        <m:e>
                                          <m:r>
                                            <a:rPr lang="es-ES" sz="1100" b="0" i="1" smtClean="0">
                                              <a:latin typeface="Cambria Math" panose="02040503050406030204" pitchFamily="18" charset="0"/>
                                            </a:rPr>
                                            <m:t>]</m:t>
                                          </m:r>
                                        </m:e>
                                      </m:nary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s-ES" sz="1100" dirty="0"/>
              </a:p>
              <a:p>
                <a:endParaRPr lang="es-ES" sz="1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94D6353-614D-019B-2319-142AFF7062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" y="1699933"/>
                <a:ext cx="2274094" cy="1084592"/>
              </a:xfrm>
              <a:prstGeom prst="rect">
                <a:avLst/>
              </a:prstGeom>
              <a:blipFill>
                <a:blip r:embed="rId4"/>
                <a:stretch>
                  <a:fillRect b="-7609"/>
                </a:stretch>
              </a:blipFill>
              <a:ln>
                <a:solidFill>
                  <a:srgbClr val="FF0000"/>
                </a:solidFill>
                <a:extLst>
                  <a:ext uri="{C807C97D-BFC1-408E-A445-0C87EB9F89A2}">
                    <ask:lineSketchStyleProps xmlns:ask="http://schemas.microsoft.com/office/drawing/2018/sketchyshapes" sd="2850983306">
                      <a:custGeom>
                        <a:avLst/>
                        <a:gdLst>
                          <a:gd name="csX0" fmla="*/ 0 w 2274094"/>
                          <a:gd name="csY0" fmla="*/ 0 h 1084592"/>
                          <a:gd name="csX1" fmla="*/ 591264 w 2274094"/>
                          <a:gd name="csY1" fmla="*/ 0 h 1084592"/>
                          <a:gd name="csX2" fmla="*/ 1182529 w 2274094"/>
                          <a:gd name="csY2" fmla="*/ 0 h 1084592"/>
                          <a:gd name="csX3" fmla="*/ 1682830 w 2274094"/>
                          <a:gd name="csY3" fmla="*/ 0 h 1084592"/>
                          <a:gd name="csX4" fmla="*/ 2274094 w 2274094"/>
                          <a:gd name="csY4" fmla="*/ 0 h 1084592"/>
                          <a:gd name="csX5" fmla="*/ 2274094 w 2274094"/>
                          <a:gd name="csY5" fmla="*/ 542296 h 1084592"/>
                          <a:gd name="csX6" fmla="*/ 2274094 w 2274094"/>
                          <a:gd name="csY6" fmla="*/ 1084592 h 1084592"/>
                          <a:gd name="csX7" fmla="*/ 1660089 w 2274094"/>
                          <a:gd name="csY7" fmla="*/ 1084592 h 1084592"/>
                          <a:gd name="csX8" fmla="*/ 1046083 w 2274094"/>
                          <a:gd name="csY8" fmla="*/ 1084592 h 1084592"/>
                          <a:gd name="csX9" fmla="*/ 523042 w 2274094"/>
                          <a:gd name="csY9" fmla="*/ 1084592 h 1084592"/>
                          <a:gd name="csX10" fmla="*/ 0 w 2274094"/>
                          <a:gd name="csY10" fmla="*/ 1084592 h 1084592"/>
                          <a:gd name="csX11" fmla="*/ 0 w 2274094"/>
                          <a:gd name="csY11" fmla="*/ 553142 h 1084592"/>
                          <a:gd name="csX12" fmla="*/ 0 w 2274094"/>
                          <a:gd name="csY12" fmla="*/ 0 h 1084592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</a:cxnLst>
                        <a:rect l="l" t="t" r="r" b="b"/>
                        <a:pathLst>
                          <a:path w="2274094" h="1084592" extrusionOk="0">
                            <a:moveTo>
                              <a:pt x="0" y="0"/>
                            </a:moveTo>
                            <a:cubicBezTo>
                              <a:pt x="259598" y="14134"/>
                              <a:pt x="323836" y="3260"/>
                              <a:pt x="591264" y="0"/>
                            </a:cubicBezTo>
                            <a:cubicBezTo>
                              <a:pt x="858692" y="-3260"/>
                              <a:pt x="945916" y="-924"/>
                              <a:pt x="1182529" y="0"/>
                            </a:cubicBezTo>
                            <a:cubicBezTo>
                              <a:pt x="1419142" y="924"/>
                              <a:pt x="1463233" y="-18287"/>
                              <a:pt x="1682830" y="0"/>
                            </a:cubicBezTo>
                            <a:cubicBezTo>
                              <a:pt x="1902427" y="18287"/>
                              <a:pt x="2084515" y="-13349"/>
                              <a:pt x="2274094" y="0"/>
                            </a:cubicBezTo>
                            <a:cubicBezTo>
                              <a:pt x="2261078" y="163577"/>
                              <a:pt x="2247450" y="408047"/>
                              <a:pt x="2274094" y="542296"/>
                            </a:cubicBezTo>
                            <a:cubicBezTo>
                              <a:pt x="2300738" y="676545"/>
                              <a:pt x="2287106" y="826740"/>
                              <a:pt x="2274094" y="1084592"/>
                            </a:cubicBezTo>
                            <a:cubicBezTo>
                              <a:pt x="2135279" y="1082316"/>
                              <a:pt x="1935901" y="1094014"/>
                              <a:pt x="1660089" y="1084592"/>
                            </a:cubicBezTo>
                            <a:cubicBezTo>
                              <a:pt x="1384277" y="1075170"/>
                              <a:pt x="1207956" y="1077026"/>
                              <a:pt x="1046083" y="1084592"/>
                            </a:cubicBezTo>
                            <a:cubicBezTo>
                              <a:pt x="884210" y="1092158"/>
                              <a:pt x="735222" y="1061027"/>
                              <a:pt x="523042" y="1084592"/>
                            </a:cubicBezTo>
                            <a:cubicBezTo>
                              <a:pt x="310862" y="1108157"/>
                              <a:pt x="232792" y="1074738"/>
                              <a:pt x="0" y="1084592"/>
                            </a:cubicBezTo>
                            <a:cubicBezTo>
                              <a:pt x="1214" y="907810"/>
                              <a:pt x="12216" y="673960"/>
                              <a:pt x="0" y="553142"/>
                            </a:cubicBezTo>
                            <a:cubicBezTo>
                              <a:pt x="-12216" y="432324"/>
                              <a:pt x="5706" y="155605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2594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D778DBD3-E2A3-263C-0387-252CE0561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313" y="1279149"/>
            <a:ext cx="1757362" cy="53816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04FC6B8-714E-9F71-DD33-5DB91A6FE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294" y="108224"/>
            <a:ext cx="4394200" cy="26161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Nonintrusive polynomial chaos method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BC25890-065F-A99E-6620-51B7691E41EE}"/>
              </a:ext>
            </a:extLst>
          </p:cNvPr>
          <p:cNvSpPr txBox="1"/>
          <p:nvPr/>
        </p:nvSpPr>
        <p:spPr>
          <a:xfrm>
            <a:off x="4740" y="609772"/>
            <a:ext cx="29104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200" dirty="0" err="1"/>
              <a:t>Problem</a:t>
            </a:r>
            <a:r>
              <a:rPr lang="es-ES" sz="1200" dirty="0"/>
              <a:t> </a:t>
            </a:r>
            <a:r>
              <a:rPr lang="es-ES" sz="1200" dirty="0" err="1"/>
              <a:t>Formulation</a:t>
            </a:r>
            <a:endParaRPr lang="es-ES" sz="1200" dirty="0"/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Selection of the chaotic Polynomial Basis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Computation of the expansion coefficients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200" dirty="0" err="1"/>
              <a:t>Statistical</a:t>
            </a:r>
            <a:r>
              <a:rPr lang="es-ES" sz="1200" dirty="0"/>
              <a:t> </a:t>
            </a:r>
            <a:r>
              <a:rPr lang="es-ES" sz="1200" dirty="0" err="1"/>
              <a:t>moments</a:t>
            </a:r>
            <a:endParaRPr lang="es-ES" sz="1200" dirty="0"/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070C5334-5E6C-2045-8683-C843FADE78D2}"/>
              </a:ext>
            </a:extLst>
          </p:cNvPr>
          <p:cNvGrpSpPr/>
          <p:nvPr/>
        </p:nvGrpSpPr>
        <p:grpSpPr>
          <a:xfrm>
            <a:off x="1929764" y="328988"/>
            <a:ext cx="4699842" cy="1028256"/>
            <a:chOff x="1929764" y="328988"/>
            <a:chExt cx="4699842" cy="102825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CuadroTexto 3">
                  <a:extLst>
                    <a:ext uri="{FF2B5EF4-FFF2-40B4-BE49-F238E27FC236}">
                      <a16:creationId xmlns:a16="http://schemas.microsoft.com/office/drawing/2014/main" id="{3EE3535A-28B8-30EA-95E4-5E2F87838AFD}"/>
                    </a:ext>
                  </a:extLst>
                </p:cNvPr>
                <p:cNvSpPr txBox="1"/>
                <p:nvPr/>
              </p:nvSpPr>
              <p:spPr>
                <a:xfrm>
                  <a:off x="2737574" y="693089"/>
                  <a:ext cx="295580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dirty="0">
                      <a:solidFill>
                        <a:srgbClr val="FF0000"/>
                      </a:solidFill>
                    </a:rPr>
                    <a:t>L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</m:oMath>
                  </a14:m>
                  <a:endParaRPr lang="es-ES" dirty="0"/>
                </a:p>
              </p:txBody>
            </p:sp>
          </mc:Choice>
          <mc:Fallback xmlns="">
            <p:sp>
              <p:nvSpPr>
                <p:cNvPr id="4" name="CuadroTexto 3">
                  <a:extLst>
                    <a:ext uri="{FF2B5EF4-FFF2-40B4-BE49-F238E27FC236}">
                      <a16:creationId xmlns:a16="http://schemas.microsoft.com/office/drawing/2014/main" id="{3EE3535A-28B8-30EA-95E4-5E2F87838A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7574" y="693089"/>
                  <a:ext cx="2955809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4742" t="-28889" b="-51111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A7E4FD3E-3C52-8E84-278F-B6F3EFDC41E5}"/>
                </a:ext>
              </a:extLst>
            </p:cNvPr>
            <p:cNvSpPr txBox="1"/>
            <p:nvPr/>
          </p:nvSpPr>
          <p:spPr>
            <a:xfrm>
              <a:off x="1929764" y="440734"/>
              <a:ext cx="20574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050" dirty="0" err="1">
                  <a:solidFill>
                    <a:srgbClr val="FF0000"/>
                  </a:solidFill>
                </a:rPr>
                <a:t>Differential</a:t>
              </a:r>
              <a:r>
                <a:rPr lang="es-ES" sz="1050" dirty="0">
                  <a:solidFill>
                    <a:srgbClr val="FF0000"/>
                  </a:solidFill>
                </a:rPr>
                <a:t> </a:t>
              </a:r>
              <a:r>
                <a:rPr lang="es-ES" sz="1050" dirty="0" err="1">
                  <a:solidFill>
                    <a:srgbClr val="FF0000"/>
                  </a:solidFill>
                </a:rPr>
                <a:t>operator</a:t>
              </a:r>
              <a:endParaRPr lang="es-ES" sz="1050" dirty="0">
                <a:solidFill>
                  <a:srgbClr val="FF0000"/>
                </a:solidFill>
              </a:endParaRP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9F379F7D-0F12-1963-C1DA-A846247DB6E8}"/>
                </a:ext>
              </a:extLst>
            </p:cNvPr>
            <p:cNvSpPr txBox="1"/>
            <p:nvPr/>
          </p:nvSpPr>
          <p:spPr>
            <a:xfrm>
              <a:off x="3605524" y="328988"/>
              <a:ext cx="20574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050" dirty="0" err="1">
                  <a:solidFill>
                    <a:schemeClr val="accent6">
                      <a:lumMod val="75000"/>
                    </a:schemeClr>
                  </a:solidFill>
                </a:rPr>
                <a:t>Solution</a:t>
              </a:r>
              <a:endParaRPr lang="es-ES" sz="1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AA7FDA34-494E-6DEC-D7B3-7FEC8C7380B6}"/>
                </a:ext>
              </a:extLst>
            </p:cNvPr>
            <p:cNvSpPr txBox="1"/>
            <p:nvPr/>
          </p:nvSpPr>
          <p:spPr>
            <a:xfrm>
              <a:off x="4572206" y="337189"/>
              <a:ext cx="20574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050" dirty="0" err="1">
                  <a:solidFill>
                    <a:srgbClr val="00B0F0"/>
                  </a:solidFill>
                </a:rPr>
                <a:t>Source</a:t>
              </a:r>
              <a:r>
                <a:rPr lang="es-ES" sz="1050" dirty="0">
                  <a:solidFill>
                    <a:srgbClr val="00B0F0"/>
                  </a:solidFill>
                </a:rPr>
                <a:t> </a:t>
              </a:r>
              <a:r>
                <a:rPr lang="es-ES" sz="1050" dirty="0" err="1">
                  <a:solidFill>
                    <a:srgbClr val="00B0F0"/>
                  </a:solidFill>
                </a:rPr>
                <a:t>Terms</a:t>
              </a:r>
              <a:endParaRPr lang="es-ES" sz="1050" dirty="0">
                <a:solidFill>
                  <a:srgbClr val="00B0F0"/>
                </a:solidFill>
              </a:endParaRP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68A86EAB-6ACA-4A4A-FA0C-E17209366ED1}"/>
                </a:ext>
              </a:extLst>
            </p:cNvPr>
            <p:cNvSpPr txBox="1"/>
            <p:nvPr/>
          </p:nvSpPr>
          <p:spPr>
            <a:xfrm>
              <a:off x="3052564" y="1095634"/>
              <a:ext cx="20574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050" dirty="0" err="1">
                  <a:solidFill>
                    <a:srgbClr val="00B050"/>
                  </a:solidFill>
                </a:rPr>
                <a:t>Stochastic</a:t>
              </a:r>
              <a:r>
                <a:rPr lang="es-ES" sz="1050" dirty="0">
                  <a:solidFill>
                    <a:srgbClr val="00B050"/>
                  </a:solidFill>
                </a:rPr>
                <a:t> variables</a:t>
              </a:r>
            </a:p>
          </p:txBody>
        </p:sp>
        <p:cxnSp>
          <p:nvCxnSpPr>
            <p:cNvPr id="15" name="Conector recto de flecha 14">
              <a:extLst>
                <a:ext uri="{FF2B5EF4-FFF2-40B4-BE49-F238E27FC236}">
                  <a16:creationId xmlns:a16="http://schemas.microsoft.com/office/drawing/2014/main" id="{6D2AAA1D-5776-F4B2-F83A-728F7A0E10F8}"/>
                </a:ext>
              </a:extLst>
            </p:cNvPr>
            <p:cNvCxnSpPr/>
            <p:nvPr/>
          </p:nvCxnSpPr>
          <p:spPr>
            <a:xfrm>
              <a:off x="2544394" y="631825"/>
              <a:ext cx="193180" cy="19976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3523FFC6-9C41-6DC6-3B26-CC8D68BD2E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04256" y="522355"/>
              <a:ext cx="190049" cy="206422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de flecha 18">
              <a:extLst>
                <a:ext uri="{FF2B5EF4-FFF2-40B4-BE49-F238E27FC236}">
                  <a16:creationId xmlns:a16="http://schemas.microsoft.com/office/drawing/2014/main" id="{AA1FD226-1303-1754-F848-38E4AEC62D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97675" y="528614"/>
              <a:ext cx="190049" cy="206422"/>
            </a:xfrm>
            <a:prstGeom prst="straightConnector1">
              <a:avLst/>
            </a:prstGeom>
            <a:ln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de flecha 19">
              <a:extLst>
                <a:ext uri="{FF2B5EF4-FFF2-40B4-BE49-F238E27FC236}">
                  <a16:creationId xmlns:a16="http://schemas.microsoft.com/office/drawing/2014/main" id="{C7169B53-1202-A414-7C61-6924BE768D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75942" y="965910"/>
              <a:ext cx="189224" cy="207802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CF4AD3AA-5B39-DD74-4F3C-59D0B796A322}"/>
              </a:ext>
            </a:extLst>
          </p:cNvPr>
          <p:cNvGrpSpPr/>
          <p:nvPr/>
        </p:nvGrpSpPr>
        <p:grpSpPr>
          <a:xfrm>
            <a:off x="2120900" y="1739963"/>
            <a:ext cx="2283549" cy="261610"/>
            <a:chOff x="4538044" y="2600805"/>
            <a:chExt cx="2283549" cy="261610"/>
          </a:xfrm>
        </p:grpSpPr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6AF68834-C695-2641-B09D-359F77E778B9}"/>
                </a:ext>
              </a:extLst>
            </p:cNvPr>
            <p:cNvSpPr txBox="1"/>
            <p:nvPr/>
          </p:nvSpPr>
          <p:spPr>
            <a:xfrm>
              <a:off x="4764193" y="2600805"/>
              <a:ext cx="20574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050" dirty="0" err="1">
                  <a:solidFill>
                    <a:srgbClr val="FF0000"/>
                  </a:solidFill>
                </a:rPr>
                <a:t>Probability</a:t>
              </a:r>
              <a:r>
                <a:rPr lang="es-ES" sz="1050" dirty="0">
                  <a:solidFill>
                    <a:srgbClr val="FF0000"/>
                  </a:solidFill>
                </a:rPr>
                <a:t> </a:t>
              </a:r>
              <a:r>
                <a:rPr lang="es-ES" sz="1050" dirty="0" err="1">
                  <a:solidFill>
                    <a:srgbClr val="FF0000"/>
                  </a:solidFill>
                </a:rPr>
                <a:t>density</a:t>
              </a:r>
              <a:r>
                <a:rPr lang="es-ES" sz="1050" dirty="0">
                  <a:solidFill>
                    <a:srgbClr val="FF0000"/>
                  </a:solidFill>
                </a:rPr>
                <a:t> </a:t>
              </a:r>
              <a:r>
                <a:rPr lang="es-ES" sz="1050" dirty="0" err="1">
                  <a:solidFill>
                    <a:srgbClr val="FF0000"/>
                  </a:solidFill>
                </a:rPr>
                <a:t>function</a:t>
              </a:r>
              <a:endParaRPr lang="es-ES" sz="1050" dirty="0">
                <a:solidFill>
                  <a:srgbClr val="FF0000"/>
                </a:solidFill>
              </a:endParaRPr>
            </a:p>
          </p:txBody>
        </p:sp>
        <p:cxnSp>
          <p:nvCxnSpPr>
            <p:cNvPr id="25" name="Conector recto de flecha 24">
              <a:extLst>
                <a:ext uri="{FF2B5EF4-FFF2-40B4-BE49-F238E27FC236}">
                  <a16:creationId xmlns:a16="http://schemas.microsoft.com/office/drawing/2014/main" id="{CEE14335-E8D6-DA09-7BBF-B57FD9782845}"/>
                </a:ext>
              </a:extLst>
            </p:cNvPr>
            <p:cNvCxnSpPr>
              <a:cxnSpLocks/>
              <a:stCxn id="24" idx="1"/>
            </p:cNvCxnSpPr>
            <p:nvPr/>
          </p:nvCxnSpPr>
          <p:spPr>
            <a:xfrm flipH="1">
              <a:off x="4538044" y="2731610"/>
              <a:ext cx="226149" cy="9930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1624A976-2F1C-82F9-D7FA-FBABFEF42B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868" y="2299155"/>
            <a:ext cx="2197100" cy="548565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76AA6B8-8C98-5637-8D6B-3EBB2DF2F06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lang="es-ES" spc="-5" smtClean="0"/>
              <a:pPr marL="38100">
                <a:lnSpc>
                  <a:spcPct val="100000"/>
                </a:lnSpc>
                <a:spcBef>
                  <a:spcPts val="65"/>
                </a:spcBef>
              </a:pPr>
              <a:t>7</a:t>
            </a:fld>
            <a:r>
              <a:rPr lang="es-ES" spc="-35" dirty="0"/>
              <a:t> </a:t>
            </a:r>
            <a:r>
              <a:rPr lang="es-ES" spc="-5" dirty="0"/>
              <a:t>/</a:t>
            </a:r>
            <a:r>
              <a:rPr lang="es-ES" spc="-35" dirty="0"/>
              <a:t> </a:t>
            </a:r>
            <a:r>
              <a:rPr lang="es-ES" spc="-5" dirty="0"/>
              <a:t>12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3A653AB9-D395-0AA7-683D-805AEE1EFA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868" y="1985046"/>
            <a:ext cx="2241032" cy="385401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88B4FC5A-776E-6C8D-9AB3-2219FE05A3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450" y="2751629"/>
            <a:ext cx="3644900" cy="493221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E5C78F2F-B6D9-497A-5170-8F792C32C1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60919" y="2140692"/>
            <a:ext cx="2951927" cy="548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224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59BBDF-D6C0-3995-ACEB-7240CA03D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DD7539-0A78-81FF-0CB1-C47C5A823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294" y="108224"/>
            <a:ext cx="4394200" cy="26161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Intrusive polynomial chaos method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AFDE869-6908-FE6F-CAFF-3D374F21050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lang="es-ES" spc="-5" smtClean="0"/>
              <a:pPr marL="38100">
                <a:lnSpc>
                  <a:spcPct val="100000"/>
                </a:lnSpc>
                <a:spcBef>
                  <a:spcPts val="65"/>
                </a:spcBef>
              </a:pPr>
              <a:t>8</a:t>
            </a:fld>
            <a:r>
              <a:rPr lang="es-ES" spc="-35" dirty="0"/>
              <a:t> </a:t>
            </a:r>
            <a:r>
              <a:rPr lang="es-ES" spc="-5" dirty="0"/>
              <a:t>/</a:t>
            </a:r>
            <a:r>
              <a:rPr lang="es-ES" spc="-35" dirty="0"/>
              <a:t> </a:t>
            </a:r>
            <a:r>
              <a:rPr lang="es-ES" spc="-5" dirty="0"/>
              <a:t>12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E9561BA2-354E-088C-4084-95B9D831C33E}"/>
              </a:ext>
            </a:extLst>
          </p:cNvPr>
          <p:cNvGrpSpPr/>
          <p:nvPr/>
        </p:nvGrpSpPr>
        <p:grpSpPr>
          <a:xfrm>
            <a:off x="1929764" y="328988"/>
            <a:ext cx="4699842" cy="966716"/>
            <a:chOff x="1929764" y="328988"/>
            <a:chExt cx="4699842" cy="9667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CuadroTexto 5">
                  <a:extLst>
                    <a:ext uri="{FF2B5EF4-FFF2-40B4-BE49-F238E27FC236}">
                      <a16:creationId xmlns:a16="http://schemas.microsoft.com/office/drawing/2014/main" id="{64123376-C637-F316-4E47-19D332653087}"/>
                    </a:ext>
                  </a:extLst>
                </p:cNvPr>
                <p:cNvSpPr txBox="1"/>
                <p:nvPr/>
              </p:nvSpPr>
              <p:spPr>
                <a:xfrm>
                  <a:off x="2737574" y="693089"/>
                  <a:ext cx="295580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dirty="0">
                      <a:solidFill>
                        <a:srgbClr val="FF0000"/>
                      </a:solidFill>
                    </a:rPr>
                    <a:t>L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</m:oMath>
                  </a14:m>
                  <a:endParaRPr lang="es-ES" dirty="0"/>
                </a:p>
              </p:txBody>
            </p:sp>
          </mc:Choice>
          <mc:Fallback xmlns="">
            <p:sp>
              <p:nvSpPr>
                <p:cNvPr id="6" name="CuadroTexto 5">
                  <a:extLst>
                    <a:ext uri="{FF2B5EF4-FFF2-40B4-BE49-F238E27FC236}">
                      <a16:creationId xmlns:a16="http://schemas.microsoft.com/office/drawing/2014/main" id="{64123376-C637-F316-4E47-19D3326530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7574" y="693089"/>
                  <a:ext cx="2955809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4742" t="-28889" b="-51111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969BDEE8-700A-4600-B7D7-96D1EDAB31F9}"/>
                </a:ext>
              </a:extLst>
            </p:cNvPr>
            <p:cNvSpPr txBox="1"/>
            <p:nvPr/>
          </p:nvSpPr>
          <p:spPr>
            <a:xfrm>
              <a:off x="1929764" y="440734"/>
              <a:ext cx="20574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050" dirty="0" err="1">
                  <a:solidFill>
                    <a:srgbClr val="FF0000"/>
                  </a:solidFill>
                </a:rPr>
                <a:t>Differential</a:t>
              </a:r>
              <a:r>
                <a:rPr lang="es-ES" sz="1050" dirty="0">
                  <a:solidFill>
                    <a:srgbClr val="FF0000"/>
                  </a:solidFill>
                </a:rPr>
                <a:t> </a:t>
              </a:r>
              <a:r>
                <a:rPr lang="es-ES" sz="1050" dirty="0" err="1">
                  <a:solidFill>
                    <a:srgbClr val="FF0000"/>
                  </a:solidFill>
                </a:rPr>
                <a:t>operator</a:t>
              </a:r>
              <a:endParaRPr lang="es-ES" sz="1050" dirty="0">
                <a:solidFill>
                  <a:srgbClr val="FF0000"/>
                </a:solidFill>
              </a:endParaRP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483E99FF-A25E-420A-2FA9-445CEF6BCE9A}"/>
                </a:ext>
              </a:extLst>
            </p:cNvPr>
            <p:cNvSpPr txBox="1"/>
            <p:nvPr/>
          </p:nvSpPr>
          <p:spPr>
            <a:xfrm>
              <a:off x="3605524" y="328988"/>
              <a:ext cx="20574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050" dirty="0" err="1">
                  <a:solidFill>
                    <a:schemeClr val="accent6">
                      <a:lumMod val="75000"/>
                    </a:schemeClr>
                  </a:solidFill>
                </a:rPr>
                <a:t>Solution</a:t>
              </a:r>
              <a:endParaRPr lang="es-ES" sz="105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9BB06D50-EA18-65D1-F5E5-36DAEFEB831E}"/>
                </a:ext>
              </a:extLst>
            </p:cNvPr>
            <p:cNvSpPr txBox="1"/>
            <p:nvPr/>
          </p:nvSpPr>
          <p:spPr>
            <a:xfrm>
              <a:off x="4572206" y="337189"/>
              <a:ext cx="20574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050" dirty="0" err="1">
                  <a:solidFill>
                    <a:srgbClr val="00B0F0"/>
                  </a:solidFill>
                </a:rPr>
                <a:t>Source</a:t>
              </a:r>
              <a:r>
                <a:rPr lang="es-ES" sz="1050" dirty="0">
                  <a:solidFill>
                    <a:srgbClr val="00B0F0"/>
                  </a:solidFill>
                </a:rPr>
                <a:t> </a:t>
              </a:r>
              <a:r>
                <a:rPr lang="es-ES" sz="1050" dirty="0" err="1">
                  <a:solidFill>
                    <a:srgbClr val="00B0F0"/>
                  </a:solidFill>
                </a:rPr>
                <a:t>Terms</a:t>
              </a:r>
              <a:endParaRPr lang="es-ES" sz="1050" dirty="0">
                <a:solidFill>
                  <a:srgbClr val="00B0F0"/>
                </a:solidFill>
              </a:endParaRP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CCEAF305-A7B2-027B-D181-5B515A6CB3E8}"/>
                </a:ext>
              </a:extLst>
            </p:cNvPr>
            <p:cNvSpPr txBox="1"/>
            <p:nvPr/>
          </p:nvSpPr>
          <p:spPr>
            <a:xfrm>
              <a:off x="3475942" y="1034094"/>
              <a:ext cx="20574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050" dirty="0" err="1">
                  <a:solidFill>
                    <a:srgbClr val="00B050"/>
                  </a:solidFill>
                </a:rPr>
                <a:t>Stochastic</a:t>
              </a:r>
              <a:r>
                <a:rPr lang="es-ES" sz="1050" dirty="0">
                  <a:solidFill>
                    <a:srgbClr val="00B050"/>
                  </a:solidFill>
                </a:rPr>
                <a:t> variables</a:t>
              </a:r>
            </a:p>
          </p:txBody>
        </p:sp>
        <p:cxnSp>
          <p:nvCxnSpPr>
            <p:cNvPr id="26" name="Conector recto de flecha 25">
              <a:extLst>
                <a:ext uri="{FF2B5EF4-FFF2-40B4-BE49-F238E27FC236}">
                  <a16:creationId xmlns:a16="http://schemas.microsoft.com/office/drawing/2014/main" id="{5DE7E057-C9B9-4BD9-C4CD-E78EEA1DDF15}"/>
                </a:ext>
              </a:extLst>
            </p:cNvPr>
            <p:cNvCxnSpPr/>
            <p:nvPr/>
          </p:nvCxnSpPr>
          <p:spPr>
            <a:xfrm>
              <a:off x="2544394" y="631825"/>
              <a:ext cx="193180" cy="19976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de flecha 26">
              <a:extLst>
                <a:ext uri="{FF2B5EF4-FFF2-40B4-BE49-F238E27FC236}">
                  <a16:creationId xmlns:a16="http://schemas.microsoft.com/office/drawing/2014/main" id="{C42146A6-5C9D-C3FA-FD52-CAC1AD8C49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04256" y="522355"/>
              <a:ext cx="190049" cy="206422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de flecha 28">
              <a:extLst>
                <a:ext uri="{FF2B5EF4-FFF2-40B4-BE49-F238E27FC236}">
                  <a16:creationId xmlns:a16="http://schemas.microsoft.com/office/drawing/2014/main" id="{D381AE58-E5CF-50BF-E2F7-6FE9C363DB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97675" y="528614"/>
              <a:ext cx="190049" cy="206422"/>
            </a:xfrm>
            <a:prstGeom prst="straightConnector1">
              <a:avLst/>
            </a:prstGeom>
            <a:ln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de flecha 29">
              <a:extLst>
                <a:ext uri="{FF2B5EF4-FFF2-40B4-BE49-F238E27FC236}">
                  <a16:creationId xmlns:a16="http://schemas.microsoft.com/office/drawing/2014/main" id="{3261E635-DBCB-19A4-F5E1-AD706D48D794}"/>
                </a:ext>
              </a:extLst>
            </p:cNvPr>
            <p:cNvCxnSpPr>
              <a:cxnSpLocks/>
              <a:stCxn id="22" idx="1"/>
            </p:cNvCxnSpPr>
            <p:nvPr/>
          </p:nvCxnSpPr>
          <p:spPr>
            <a:xfrm flipH="1" flipV="1">
              <a:off x="3395397" y="970088"/>
              <a:ext cx="80545" cy="194811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4" name="Imagen 33">
            <a:extLst>
              <a:ext uri="{FF2B5EF4-FFF2-40B4-BE49-F238E27FC236}">
                <a16:creationId xmlns:a16="http://schemas.microsoft.com/office/drawing/2014/main" id="{DDBEE43B-E8CB-0C03-A4FE-1459513F18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1825" y="1294918"/>
            <a:ext cx="1787022" cy="650251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3BC2E461-271E-C2F3-2B2C-3628A751D0D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1838"/>
          <a:stretch/>
        </p:blipFill>
        <p:spPr>
          <a:xfrm>
            <a:off x="2049300" y="1895199"/>
            <a:ext cx="2692194" cy="679740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6B5DACC6-6897-E10E-894B-60137F4260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700" y="2551761"/>
            <a:ext cx="4635500" cy="525553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758CD81-2AF0-268F-E44C-3789012122E6}"/>
              </a:ext>
            </a:extLst>
          </p:cNvPr>
          <p:cNvSpPr txBox="1"/>
          <p:nvPr/>
        </p:nvSpPr>
        <p:spPr>
          <a:xfrm>
            <a:off x="9784" y="714905"/>
            <a:ext cx="29104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200" dirty="0" err="1"/>
              <a:t>Problem</a:t>
            </a:r>
            <a:r>
              <a:rPr lang="es-ES" sz="1200" dirty="0"/>
              <a:t> </a:t>
            </a:r>
            <a:r>
              <a:rPr lang="es-ES" sz="1200" dirty="0" err="1"/>
              <a:t>Formulation</a:t>
            </a:r>
            <a:endParaRPr lang="es-ES" sz="1200" dirty="0"/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Selection of the chaotic Polynomial Basis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Computation of the expansion coefficients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200" dirty="0" err="1"/>
              <a:t>Statistical</a:t>
            </a:r>
            <a:r>
              <a:rPr lang="es-ES" sz="1200" dirty="0"/>
              <a:t> </a:t>
            </a:r>
            <a:r>
              <a:rPr lang="es-ES" sz="1200" dirty="0" err="1"/>
              <a:t>moments</a:t>
            </a: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10696344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343F30-F11F-E9A0-2A0B-01962038B48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lang="es-ES" spc="-5" smtClean="0"/>
              <a:pPr marL="38100">
                <a:lnSpc>
                  <a:spcPct val="100000"/>
                </a:lnSpc>
                <a:spcBef>
                  <a:spcPts val="65"/>
                </a:spcBef>
              </a:pPr>
              <a:t>9</a:t>
            </a:fld>
            <a:r>
              <a:rPr lang="es-ES" spc="-35"/>
              <a:t> </a:t>
            </a:r>
            <a:r>
              <a:rPr lang="es-ES" spc="-5"/>
              <a:t>/</a:t>
            </a:r>
            <a:r>
              <a:rPr lang="es-ES" spc="-35"/>
              <a:t> 12</a:t>
            </a:r>
            <a:endParaRPr lang="es-ES" spc="-5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A8C3CD-56B1-7E42-10AE-E4538D696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6964" y="0"/>
            <a:ext cx="1497030" cy="32448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F1D34F-34AB-7FE6-986E-8DB379F7815A}"/>
                  </a:ext>
                </a:extLst>
              </p:cNvPr>
              <p:cNvSpPr txBox="1"/>
              <p:nvPr/>
            </p:nvSpPr>
            <p:spPr>
              <a:xfrm>
                <a:off x="1424" y="-16061"/>
                <a:ext cx="4215539" cy="32649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 fontAlgn="t">
                  <a:buFont typeface="Arial" panose="020B0604020202020204" pitchFamily="34" charset="0"/>
                  <a:buChar char="•"/>
                </a:pPr>
                <a:r>
                  <a:rPr lang="en-US" sz="900" b="1" dirty="0">
                    <a:solidFill>
                      <a:srgbClr val="FF0000"/>
                    </a:solidFill>
                  </a:rPr>
                  <a:t>Initialization</a:t>
                </a:r>
                <a:br>
                  <a:rPr lang="en-US" sz="900" dirty="0"/>
                </a:br>
                <a:r>
                  <a:rPr lang="en-US" sz="900" dirty="0"/>
                  <a:t>Choose the polynomial chaos order </a:t>
                </a:r>
                <a:r>
                  <a:rPr lang="en-US" sz="900" i="1" dirty="0"/>
                  <a:t>p</a:t>
                </a:r>
                <a:r>
                  <a:rPr lang="en-US" sz="900" dirty="0"/>
                  <a:t>. Define an initial uncertainty with small variance. Set the initial polynomial chaos coefficients using the initial conditions. Compute the initial total variance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9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9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s-ES" sz="9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900" dirty="0"/>
                  <a:t> and set the target variance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9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9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s-ES" sz="900" b="0" i="1" smtClean="0">
                            <a:latin typeface="Cambria Math" panose="02040503050406030204" pitchFamily="18" charset="0"/>
                          </a:rPr>
                          <m:t>𝑡𝑎𝑟𝑔𝑒𝑡</m:t>
                        </m:r>
                      </m:sub>
                    </m:sSub>
                  </m:oMath>
                </a14:m>
                <a:r>
                  <a:rPr lang="en-US" sz="900" dirty="0"/>
                  <a:t> equal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9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s-ES" sz="900" i="1">
                            <a:latin typeface="Cambria Math" panose="02040503050406030204" pitchFamily="18" charset="0"/>
                          </a:rPr>
                          <m:t>𝑡𝑎𝑟𝑔𝑒𝑡</m:t>
                        </m:r>
                      </m:sub>
                    </m:sSub>
                  </m:oMath>
                </a14:m>
                <a:r>
                  <a:rPr lang="en-US" sz="900" dirty="0"/>
                  <a:t>.</a:t>
                </a:r>
              </a:p>
              <a:p>
                <a:pPr marL="171450" indent="-171450" fontAlgn="t">
                  <a:buFont typeface="Arial" panose="020B0604020202020204" pitchFamily="34" charset="0"/>
                  <a:buChar char="•"/>
                </a:pPr>
                <a:r>
                  <a:rPr lang="en-US" sz="900" b="1" dirty="0">
                    <a:solidFill>
                      <a:srgbClr val="FF0000"/>
                    </a:solidFill>
                  </a:rPr>
                  <a:t>Short-time propagation</a:t>
                </a:r>
                <a:br>
                  <a:rPr lang="en-US" sz="900" dirty="0"/>
                </a:br>
                <a:r>
                  <a:rPr lang="en-US" sz="900" dirty="0"/>
                  <a:t>Propagate the stochastic </a:t>
                </a:r>
                <a:r>
                  <a:rPr lang="en-US" sz="900" dirty="0" err="1"/>
                  <a:t>Galerkin</a:t>
                </a:r>
                <a:r>
                  <a:rPr lang="en-US" sz="900" dirty="0"/>
                  <a:t> system over a small time interval </a:t>
                </a:r>
                <a:r>
                  <a:rPr lang="en-US" sz="900" dirty="0" err="1"/>
                  <a:t>Δt</a:t>
                </a:r>
                <a:r>
                  <a:rPr lang="en-US" sz="900" dirty="0"/>
                  <a:t> using a standard ODE solver.</a:t>
                </a:r>
              </a:p>
              <a:p>
                <a:pPr marL="171450" indent="-171450" fontAlgn="t">
                  <a:buFont typeface="Arial" panose="020B0604020202020204" pitchFamily="34" charset="0"/>
                  <a:buChar char="•"/>
                </a:pPr>
                <a:r>
                  <a:rPr lang="en-US" sz="900" b="1" dirty="0">
                    <a:solidFill>
                      <a:srgbClr val="FF0000"/>
                    </a:solidFill>
                  </a:rPr>
                  <a:t>Variance computation and instantaneous LLE</a:t>
                </a:r>
                <a:br>
                  <a:rPr lang="en-US" sz="900" dirty="0"/>
                </a:br>
                <a:r>
                  <a:rPr lang="en-US" sz="900" dirty="0"/>
                  <a:t>At the end of the time step, compute the covariance matrix and total variance V(tk+1). Compare it with the target variance and calculate the instantaneous Lyapunov exponent</a:t>
                </a:r>
              </a:p>
              <a:p>
                <a:pPr marL="171450" indent="-171450" fontAlgn="t">
                  <a:buFont typeface="Arial" panose="020B0604020202020204" pitchFamily="34" charset="0"/>
                  <a:buChar char="•"/>
                </a:pPr>
                <a:r>
                  <a:rPr lang="en-US" sz="900" b="1" dirty="0">
                    <a:solidFill>
                      <a:srgbClr val="FF0000"/>
                    </a:solidFill>
                  </a:rPr>
                  <a:t>Coefficient renormalization</a:t>
                </a:r>
                <a:br>
                  <a:rPr lang="en-US" sz="900" dirty="0"/>
                </a:br>
                <a:r>
                  <a:rPr lang="en-US" sz="900" dirty="0"/>
                  <a:t>Rescale the polynomial chaos coefficients to reset the total variance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9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s-ES" sz="900" i="1">
                            <a:latin typeface="Cambria Math" panose="02040503050406030204" pitchFamily="18" charset="0"/>
                          </a:rPr>
                          <m:t>𝑡𝑎𝑟𝑔𝑒𝑡</m:t>
                        </m:r>
                      </m:sub>
                    </m:sSub>
                  </m:oMath>
                </a14:m>
                <a:r>
                  <a:rPr lang="en-US" sz="900" dirty="0"/>
                  <a:t>. </a:t>
                </a:r>
                <a:br>
                  <a:rPr lang="en-US" sz="900" dirty="0"/>
                </a:br>
                <a:r>
                  <a:rPr lang="en-US" sz="900" dirty="0"/>
                  <a:t>Apply this scaling to all non-mean coefficients, while keeping the mean unchanged.</a:t>
                </a:r>
              </a:p>
              <a:p>
                <a:pPr marL="171450" indent="-171450" fontAlgn="t">
                  <a:buFont typeface="Arial" panose="020B0604020202020204" pitchFamily="34" charset="0"/>
                  <a:buChar char="•"/>
                </a:pPr>
                <a:r>
                  <a:rPr lang="en-US" sz="900" b="1" dirty="0">
                    <a:solidFill>
                      <a:srgbClr val="FF0000"/>
                    </a:solidFill>
                  </a:rPr>
                  <a:t>Iteration</a:t>
                </a:r>
                <a:br>
                  <a:rPr lang="en-US" sz="900" dirty="0"/>
                </a:br>
                <a:r>
                  <a:rPr lang="en-US" sz="900" dirty="0"/>
                  <a:t>Repeat the propagation, estimation, and renormalization steps for N cycles, storing each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9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9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s-ES" sz="9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900" dirty="0"/>
                  <a:t>.</a:t>
                </a:r>
              </a:p>
              <a:p>
                <a:pPr marL="171450" indent="-171450" fontAlgn="t">
                  <a:buFont typeface="Arial" panose="020B0604020202020204" pitchFamily="34" charset="0"/>
                  <a:buChar char="•"/>
                </a:pPr>
                <a:r>
                  <a:rPr lang="en-US" sz="900" b="1" dirty="0">
                    <a:solidFill>
                      <a:srgbClr val="FF0000"/>
                    </a:solidFill>
                  </a:rPr>
                  <a:t>Time-averaged LLE</a:t>
                </a:r>
                <a:br>
                  <a:rPr lang="en-US" sz="900" dirty="0"/>
                </a:br>
                <a:r>
                  <a:rPr lang="en-US" sz="900" dirty="0"/>
                  <a:t>Compute the final Lyapunov exponent as the average of all instantaneous values:</a:t>
                </a:r>
                <a:br>
                  <a:rPr lang="en-US" sz="800" dirty="0"/>
                </a:br>
                <a14:m>
                  <m:oMath xmlns:m="http://schemas.openxmlformats.org/officeDocument/2006/math">
                    <m:r>
                      <a:rPr lang="es-ES" sz="8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s-ES" sz="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s-ES" sz="800" b="0" i="1" smtClean="0">
                        <a:latin typeface="Cambria Math" panose="02040503050406030204" pitchFamily="18" charset="0"/>
                      </a:rPr>
                      <m:t> ∑</m:t>
                    </m:r>
                    <m:sSub>
                      <m:sSubPr>
                        <m:ctrlPr>
                          <a:rPr lang="es-ES" sz="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8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s-ES" sz="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F1D34F-34AB-7FE6-986E-8DB379F781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4" y="-16061"/>
                <a:ext cx="4215539" cy="32649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5022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E8400808-9003-475F-52FC-F1C1AA3AABFD}"/>
              </a:ext>
            </a:extLst>
          </p:cNvPr>
          <p:cNvSpPr txBox="1"/>
          <p:nvPr/>
        </p:nvSpPr>
        <p:spPr>
          <a:xfrm>
            <a:off x="-76199" y="0"/>
            <a:ext cx="2882900" cy="2259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150"/>
              </a:spcBef>
              <a:spcAft>
                <a:spcPts val="450"/>
              </a:spcAft>
              <a:buNone/>
            </a:pPr>
            <a:r>
              <a:rPr lang="en-US" sz="1000" b="1" i="0" dirty="0">
                <a:solidFill>
                  <a:srgbClr val="FF0000"/>
                </a:solidFill>
                <a:effectLst/>
                <a:latin typeface="Segoe Sans"/>
              </a:rPr>
              <a:t>Intrusive Polynomial Chaos (IPC)</a:t>
            </a:r>
          </a:p>
          <a:p>
            <a:pPr algn="l">
              <a:spcBef>
                <a:spcPts val="450"/>
              </a:spcBef>
              <a:spcAft>
                <a:spcPts val="750"/>
              </a:spcAft>
            </a:pPr>
            <a:r>
              <a:rPr lang="en-US" sz="1000" b="1" i="0" dirty="0">
                <a:solidFill>
                  <a:schemeClr val="tx2"/>
                </a:solidFill>
                <a:effectLst/>
                <a:latin typeface="Segoe Sans"/>
              </a:rPr>
              <a:t>Advantages:</a:t>
            </a:r>
          </a:p>
          <a:p>
            <a:pPr lvl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rgbClr val="424242"/>
                </a:solidFill>
                <a:effectLst/>
                <a:latin typeface="Segoe Sans"/>
              </a:rPr>
              <a:t>High Accuracy: directly reformulates model equations.</a:t>
            </a:r>
          </a:p>
          <a:p>
            <a:pPr algn="l">
              <a:spcBef>
                <a:spcPts val="450"/>
              </a:spcBef>
              <a:spcAft>
                <a:spcPts val="750"/>
              </a:spcAft>
            </a:pPr>
            <a:r>
              <a:rPr lang="en-US" sz="1000" b="1" i="0" dirty="0">
                <a:solidFill>
                  <a:schemeClr val="tx2"/>
                </a:solidFill>
                <a:effectLst/>
                <a:latin typeface="Segoe Sans"/>
              </a:rPr>
              <a:t>Disadvantages:</a:t>
            </a:r>
          </a:p>
          <a:p>
            <a:pPr lvl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rgbClr val="424242"/>
                </a:solidFill>
                <a:effectLst/>
                <a:latin typeface="Segoe Sans"/>
              </a:rPr>
              <a:t>Complex Implementation</a:t>
            </a:r>
            <a:endParaRPr lang="en-US" sz="1000" dirty="0">
              <a:solidFill>
                <a:srgbClr val="424242"/>
              </a:solidFill>
              <a:latin typeface="Segoe Sans"/>
            </a:endParaRPr>
          </a:p>
          <a:p>
            <a:pPr lvl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rgbClr val="424242"/>
                </a:solidFill>
                <a:effectLst/>
                <a:latin typeface="Segoe Sans"/>
              </a:rPr>
              <a:t>Intrusive: modifies original model equations.</a:t>
            </a:r>
          </a:p>
          <a:p>
            <a:pPr lvl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b="0" i="0" dirty="0">
                <a:solidFill>
                  <a:srgbClr val="424242"/>
                </a:solidFill>
                <a:effectLst/>
                <a:latin typeface="Segoe Sans"/>
              </a:rPr>
              <a:t>Computationally Expensive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C26FFC5-AF7A-585A-7E26-D1C486ABA046}"/>
              </a:ext>
            </a:extLst>
          </p:cNvPr>
          <p:cNvSpPr txBox="1"/>
          <p:nvPr/>
        </p:nvSpPr>
        <p:spPr>
          <a:xfrm>
            <a:off x="2667322" y="472204"/>
            <a:ext cx="3111500" cy="2469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150"/>
              </a:spcBef>
              <a:spcAft>
                <a:spcPts val="450"/>
              </a:spcAft>
              <a:buNone/>
            </a:pPr>
            <a:r>
              <a:rPr lang="en-US" sz="1050" b="1" i="0" dirty="0">
                <a:solidFill>
                  <a:srgbClr val="FF0000"/>
                </a:solidFill>
                <a:effectLst/>
                <a:latin typeface="Segoe Sans"/>
              </a:rPr>
              <a:t>Non-Intrusive Polynomial Chaos (NIPC)</a:t>
            </a:r>
          </a:p>
          <a:p>
            <a:pPr algn="l">
              <a:spcBef>
                <a:spcPts val="450"/>
              </a:spcBef>
              <a:spcAft>
                <a:spcPts val="750"/>
              </a:spcAft>
              <a:buNone/>
            </a:pPr>
            <a:r>
              <a:rPr lang="en-US" sz="1050" b="1" i="0" dirty="0">
                <a:solidFill>
                  <a:schemeClr val="tx2"/>
                </a:solidFill>
                <a:effectLst/>
                <a:latin typeface="Segoe Sans"/>
              </a:rPr>
              <a:t>Advantages:</a:t>
            </a:r>
          </a:p>
          <a:p>
            <a:pPr lvl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0" i="0" dirty="0">
                <a:solidFill>
                  <a:srgbClr val="424242"/>
                </a:solidFill>
                <a:effectLst/>
                <a:latin typeface="Segoe Sans"/>
              </a:rPr>
              <a:t>Simple Implementation: No need to modify original model.</a:t>
            </a:r>
          </a:p>
          <a:p>
            <a:pPr lvl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0" i="0" dirty="0">
                <a:solidFill>
                  <a:srgbClr val="424242"/>
                </a:solidFill>
                <a:effectLst/>
                <a:latin typeface="Segoe Sans"/>
              </a:rPr>
              <a:t>Flexible: applicable to any deterministic model.</a:t>
            </a:r>
          </a:p>
          <a:p>
            <a:pPr lvl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0" i="0" dirty="0">
                <a:solidFill>
                  <a:srgbClr val="424242"/>
                </a:solidFill>
                <a:effectLst/>
                <a:latin typeface="Segoe Sans"/>
              </a:rPr>
              <a:t>Computationally Efficient</a:t>
            </a:r>
          </a:p>
          <a:p>
            <a:pPr algn="l">
              <a:spcAft>
                <a:spcPts val="600"/>
              </a:spcAft>
            </a:pPr>
            <a:r>
              <a:rPr lang="en-US" sz="1050" b="1" i="0" dirty="0">
                <a:solidFill>
                  <a:schemeClr val="tx2"/>
                </a:solidFill>
                <a:effectLst/>
                <a:latin typeface="Segoe Sans"/>
              </a:rPr>
              <a:t>Disadvantages:</a:t>
            </a:r>
          </a:p>
          <a:p>
            <a:pPr lvl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0" i="0" dirty="0">
                <a:solidFill>
                  <a:srgbClr val="424242"/>
                </a:solidFill>
                <a:effectLst/>
                <a:latin typeface="Segoe Sans"/>
              </a:rPr>
              <a:t>Potentially Lower Accuracy</a:t>
            </a:r>
            <a:endParaRPr lang="en-US" sz="1050" dirty="0">
              <a:solidFill>
                <a:srgbClr val="424242"/>
              </a:solidFill>
              <a:latin typeface="Segoe Sans"/>
            </a:endParaRPr>
          </a:p>
          <a:p>
            <a:pPr lvl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50" b="0" i="0" dirty="0">
                <a:solidFill>
                  <a:srgbClr val="424242"/>
                </a:solidFill>
                <a:effectLst/>
                <a:latin typeface="Segoe Sans"/>
              </a:rPr>
              <a:t>Sampling Dependent</a:t>
            </a:r>
          </a:p>
        </p:txBody>
      </p:sp>
      <p:pic>
        <p:nvPicPr>
          <p:cNvPr id="2050" name="Picture 2" descr="Figure 1.Illustration of uncertainty propagation.">
            <a:extLst>
              <a:ext uri="{FF2B5EF4-FFF2-40B4-BE49-F238E27FC236}">
                <a16:creationId xmlns:a16="http://schemas.microsoft.com/office/drawing/2014/main" id="{E5C69955-3C5B-1CE9-FC94-FD235ABAB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72" y="2196127"/>
            <a:ext cx="2533650" cy="1011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DC47E88-7273-3A20-62CF-B5DA27DEBC2E}"/>
              </a:ext>
            </a:extLst>
          </p:cNvPr>
          <p:cNvSpPr txBox="1"/>
          <p:nvPr/>
        </p:nvSpPr>
        <p:spPr>
          <a:xfrm>
            <a:off x="2578100" y="2946277"/>
            <a:ext cx="19528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800" dirty="0"/>
              <a:t>Yang, S., </a:t>
            </a:r>
            <a:r>
              <a:rPr lang="es-ES" sz="800" dirty="0" err="1"/>
              <a:t>Xiong</a:t>
            </a:r>
            <a:r>
              <a:rPr lang="es-ES" sz="800" dirty="0"/>
              <a:t>, F., &amp; Wang, F. (2017)</a:t>
            </a:r>
          </a:p>
          <a:p>
            <a:pPr algn="ctr"/>
            <a:r>
              <a:rPr lang="es-ES" sz="800" b="0" i="0" dirty="0">
                <a:solidFill>
                  <a:srgbClr val="000000"/>
                </a:solidFill>
                <a:effectLst/>
                <a:latin typeface="Relative Book"/>
              </a:rPr>
              <a:t>10.5772/intechopen.68484</a:t>
            </a:r>
            <a:endParaRPr lang="es-ES" sz="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0967DB-FDA9-E5D5-9536-86F14808AA59}"/>
              </a:ext>
            </a:extLst>
          </p:cNvPr>
          <p:cNvSpPr txBox="1"/>
          <p:nvPr/>
        </p:nvSpPr>
        <p:spPr>
          <a:xfrm>
            <a:off x="2349500" y="-16971"/>
            <a:ext cx="41148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700" b="1" dirty="0" err="1">
                <a:latin typeface="Arial"/>
                <a:ea typeface="+mj-ea"/>
                <a:cs typeface="Arial"/>
              </a:rPr>
              <a:t>Advantages</a:t>
            </a:r>
            <a:r>
              <a:rPr lang="es-ES" sz="1700" b="1" dirty="0">
                <a:latin typeface="Arial"/>
                <a:ea typeface="+mj-ea"/>
                <a:cs typeface="Arial"/>
              </a:rPr>
              <a:t> and </a:t>
            </a:r>
            <a:r>
              <a:rPr lang="es-ES" sz="1700" b="1" dirty="0" err="1">
                <a:latin typeface="Arial"/>
                <a:ea typeface="+mj-ea"/>
                <a:cs typeface="Arial"/>
              </a:rPr>
              <a:t>disadvantages</a:t>
            </a:r>
            <a:endParaRPr lang="en-US" sz="1700" b="1" dirty="0">
              <a:latin typeface="Arial"/>
              <a:ea typeface="+mj-ea"/>
              <a:cs typeface="Arial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002A631-7E0A-736A-68FF-9F1C2176BC1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lang="es-ES" spc="-5" smtClean="0"/>
              <a:pPr marL="38100">
                <a:lnSpc>
                  <a:spcPct val="100000"/>
                </a:lnSpc>
                <a:spcBef>
                  <a:spcPts val="65"/>
                </a:spcBef>
              </a:pPr>
              <a:t>10</a:t>
            </a:fld>
            <a:r>
              <a:rPr lang="es-ES" spc="-35" dirty="0"/>
              <a:t> </a:t>
            </a:r>
            <a:r>
              <a:rPr lang="es-ES" spc="-5" dirty="0"/>
              <a:t>/</a:t>
            </a:r>
            <a:r>
              <a:rPr lang="es-ES" spc="-35" dirty="0"/>
              <a:t> </a:t>
            </a:r>
            <a:r>
              <a:rPr lang="es-ES" spc="-5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78653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D06209-8867-066D-36CD-4BD831A5062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lang="es-ES" spc="-5" smtClean="0"/>
              <a:pPr marL="38100">
                <a:lnSpc>
                  <a:spcPct val="100000"/>
                </a:lnSpc>
                <a:spcBef>
                  <a:spcPts val="65"/>
                </a:spcBef>
              </a:pPr>
              <a:t>11</a:t>
            </a:fld>
            <a:r>
              <a:rPr lang="es-ES" spc="-35" dirty="0"/>
              <a:t> </a:t>
            </a:r>
            <a:r>
              <a:rPr lang="es-ES" spc="-5" dirty="0"/>
              <a:t>/</a:t>
            </a:r>
            <a:r>
              <a:rPr lang="es-ES" spc="-35" dirty="0"/>
              <a:t> </a:t>
            </a:r>
            <a:r>
              <a:rPr lang="es-ES" spc="-5" dirty="0"/>
              <a:t>15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353C35-16C3-B645-ADF5-29922519E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7025"/>
            <a:ext cx="5765800" cy="18274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CF209D-BBE3-A68D-4B95-12481706A62E}"/>
                  </a:ext>
                </a:extLst>
              </p:cNvPr>
              <p:cNvSpPr txBox="1"/>
              <p:nvPr/>
            </p:nvSpPr>
            <p:spPr>
              <a:xfrm>
                <a:off x="139700" y="2154483"/>
                <a:ext cx="5158422" cy="8124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900" b="0" i="0" u="none" strike="noStrike" baseline="0" dirty="0">
                    <a:solidFill>
                      <a:srgbClr val="FF0000"/>
                    </a:solidFill>
                    <a:latin typeface="ArialNarrowMTStd"/>
                  </a:rPr>
                  <a:t>Validation</a:t>
                </a:r>
                <a:r>
                  <a:rPr lang="en-US" sz="900" b="0" i="0" u="none" strike="noStrike" baseline="0" dirty="0">
                    <a:latin typeface="ArialNarrowMTStd"/>
                  </a:rPr>
                  <a:t> of the </a:t>
                </a:r>
                <a:r>
                  <a:rPr lang="en-US" sz="900" b="0" i="0" u="none" strike="noStrike" baseline="0" dirty="0">
                    <a:solidFill>
                      <a:srgbClr val="FF0000"/>
                    </a:solidFill>
                    <a:latin typeface="ArialNarrowMTStd"/>
                  </a:rPr>
                  <a:t>intrusive polynomial chaos</a:t>
                </a:r>
                <a:r>
                  <a:rPr lang="en-US" sz="900" b="0" i="0" u="none" strike="noStrike" baseline="0" dirty="0">
                    <a:latin typeface="ArialNarrowMTStd"/>
                  </a:rPr>
                  <a:t> (IPC) method. Ensemble evolution of the Lorenz system with</a:t>
                </a:r>
                <a:r>
                  <a:rPr lang="en-US" sz="900" b="0" i="0" u="none" strike="noStrike" dirty="0">
                    <a:latin typeface="ArialNarrowMTStd"/>
                  </a:rPr>
                  <a:t> </a:t>
                </a:r>
                <a:r>
                  <a:rPr lang="en-US" sz="900" b="0" i="0" u="none" strike="noStrike" baseline="0" dirty="0">
                    <a:latin typeface="ArialNarrowMTStd"/>
                  </a:rPr>
                  <a:t>initial condition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900" b="0" i="1" u="none" strike="noStrike" baseline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900" b="0" i="1" u="none" strike="noStrike" baseline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ES" sz="900" b="0" i="1" u="none" strike="noStrike" baseline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900" b="0" i="0" u="none" strike="noStrike" baseline="0" dirty="0">
                    <a:solidFill>
                      <a:srgbClr val="FF0000"/>
                    </a:solidFill>
                    <a:latin typeface="MTSY"/>
                  </a:rPr>
                  <a:t>= </a:t>
                </a:r>
                <a:r>
                  <a:rPr lang="en-US" sz="900" b="0" i="0" u="none" strike="noStrike" baseline="0" dirty="0">
                    <a:solidFill>
                      <a:srgbClr val="FF0000"/>
                    </a:solidFill>
                    <a:latin typeface="RMTMI"/>
                  </a:rPr>
                  <a:t>(</a:t>
                </a:r>
                <a:r>
                  <a:rPr lang="en-US" sz="900" b="0" i="0" u="none" strike="noStrike" baseline="0" dirty="0">
                    <a:solidFill>
                      <a:srgbClr val="FF0000"/>
                    </a:solidFill>
                    <a:latin typeface="ArialNarrowMTStd"/>
                  </a:rPr>
                  <a:t>1, 2,</a:t>
                </a:r>
                <a:r>
                  <a:rPr lang="en-US" sz="900" b="0" i="0" u="none" strike="noStrike" baseline="0" dirty="0">
                    <a:solidFill>
                      <a:srgbClr val="FF0000"/>
                    </a:solidFill>
                    <a:latin typeface="MTSY"/>
                  </a:rPr>
                  <a:t>−</a:t>
                </a:r>
                <a:r>
                  <a:rPr lang="en-US" sz="900" b="0" i="0" u="none" strike="noStrike" baseline="0" dirty="0">
                    <a:solidFill>
                      <a:srgbClr val="FF0000"/>
                    </a:solidFill>
                    <a:latin typeface="ArialNarrowMTStd"/>
                  </a:rPr>
                  <a:t>1</a:t>
                </a:r>
                <a:r>
                  <a:rPr lang="en-US" sz="900" b="0" i="0" u="none" strike="noStrike" baseline="0" dirty="0">
                    <a:solidFill>
                      <a:srgbClr val="FF0000"/>
                    </a:solidFill>
                    <a:latin typeface="RMTMI"/>
                  </a:rPr>
                  <a:t>)</a:t>
                </a:r>
                <a:r>
                  <a:rPr lang="en-US" sz="900" b="0" i="0" u="none" strike="noStrike" baseline="0" dirty="0">
                    <a:latin typeface="RMTMI"/>
                  </a:rPr>
                  <a:t> </a:t>
                </a:r>
                <a:r>
                  <a:rPr lang="en-US" sz="900" b="0" i="0" u="none" strike="noStrike" baseline="0" dirty="0">
                    <a:latin typeface="ArialNarrowMTStd"/>
                  </a:rPr>
                  <a:t>and initial standard deviations </a:t>
                </a:r>
                <a:r>
                  <a:rPr lang="en-US" sz="900" b="0" i="0" u="none" strike="noStrike" baseline="0" dirty="0">
                    <a:solidFill>
                      <a:srgbClr val="FF0000"/>
                    </a:solidFill>
                    <a:latin typeface="RMTMI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000" b="0" i="1" u="none" strike="noStrike" baseline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000" b="0" i="1" u="none" strike="noStrike" baseline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s-ES" sz="1000" b="0" i="1" u="none" strike="noStrike" baseline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s-ES" sz="1000" b="0" i="1" u="none" strike="noStrike" baseline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s-ES" sz="1000" b="0" i="1" u="none" strike="noStrike" baseline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000" b="0" i="1" u="none" strike="noStrike" baseline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s-ES" sz="1000" b="0" i="1" u="none" strike="noStrike" baseline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s-ES" sz="1000" b="0" i="1" u="none" strike="noStrike" baseline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ES" sz="1000" b="0" i="1" u="none" strike="noStrike" baseline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000" b="0" i="1" u="none" strike="noStrike" baseline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s-ES" sz="1000" b="0" i="1" u="none" strike="noStrike" baseline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US" sz="900" b="0" i="0" u="none" strike="noStrike" baseline="0" dirty="0">
                    <a:solidFill>
                      <a:srgbClr val="FF0000"/>
                    </a:solidFill>
                    <a:latin typeface="RMTMI"/>
                  </a:rPr>
                  <a:t>) </a:t>
                </a:r>
                <a:r>
                  <a:rPr lang="en-US" sz="900" b="0" i="0" u="none" strike="noStrike" baseline="0" dirty="0">
                    <a:solidFill>
                      <a:srgbClr val="FF0000"/>
                    </a:solidFill>
                    <a:latin typeface="MTSY"/>
                  </a:rPr>
                  <a:t>= </a:t>
                </a:r>
                <a:r>
                  <a:rPr lang="en-US" sz="900" b="0" i="0" u="none" strike="noStrike" baseline="0" dirty="0">
                    <a:solidFill>
                      <a:srgbClr val="FF0000"/>
                    </a:solidFill>
                    <a:latin typeface="RMTMI"/>
                  </a:rPr>
                  <a:t>(</a:t>
                </a:r>
                <a:r>
                  <a:rPr lang="en-US" sz="900" b="0" i="0" u="none" strike="noStrike" baseline="0" dirty="0">
                    <a:solidFill>
                      <a:srgbClr val="FF0000"/>
                    </a:solidFill>
                    <a:latin typeface="ArialNarrowMTStd"/>
                  </a:rPr>
                  <a:t>0.1, 0.2, 0.1</a:t>
                </a:r>
                <a:r>
                  <a:rPr lang="en-US" sz="900" b="0" i="0" u="none" strike="noStrike" baseline="0" dirty="0">
                    <a:solidFill>
                      <a:srgbClr val="FF0000"/>
                    </a:solidFill>
                    <a:latin typeface="RMTMI"/>
                  </a:rPr>
                  <a:t>)</a:t>
                </a:r>
                <a:r>
                  <a:rPr lang="en-US" sz="900" b="0" i="0" u="none" strike="noStrike" baseline="0" dirty="0">
                    <a:solidFill>
                      <a:srgbClr val="FF0000"/>
                    </a:solidFill>
                    <a:latin typeface="ArialNarrowMTStd"/>
                  </a:rPr>
                  <a:t>.</a:t>
                </a:r>
                <a:endParaRPr lang="en-US" sz="900" b="0" i="0" u="none" strike="noStrike" baseline="0" dirty="0">
                  <a:latin typeface="ArialNarrowMTStd"/>
                </a:endParaRPr>
              </a:p>
              <a:p>
                <a:pPr algn="just"/>
                <a:r>
                  <a:rPr lang="en-US" sz="900" b="0" i="0" u="none" strike="noStrike" baseline="0" dirty="0">
                    <a:latin typeface="ArialNarrowMTStd"/>
                  </a:rPr>
                  <a:t> The shaded region represents the 95th percentile envelope predicted by IPC with polynomial order </a:t>
                </a:r>
                <a:r>
                  <a:rPr lang="en-US" sz="900" b="0" i="1" u="none" strike="noStrike" baseline="0" dirty="0">
                    <a:latin typeface="ArialNarrowMTStd-Italic"/>
                  </a:rPr>
                  <a:t>p </a:t>
                </a:r>
                <a:r>
                  <a:rPr lang="en-US" sz="900" b="0" i="0" u="none" strike="noStrike" baseline="0" dirty="0">
                    <a:latin typeface="MTSY"/>
                  </a:rPr>
                  <a:t>= </a:t>
                </a:r>
                <a:r>
                  <a:rPr lang="en-US" sz="900" b="0" i="0" u="none" strike="noStrike" baseline="0" dirty="0">
                    <a:latin typeface="ArialNarrowMTStd"/>
                  </a:rPr>
                  <a:t>2. The thin solid lines show 20 Monte Carlo realizations, demonstrating agreement with the IPC predictions. </a:t>
                </a:r>
                <a:endParaRPr lang="en-US" sz="9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CF209D-BBE3-A68D-4B95-12481706A6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" y="2154483"/>
                <a:ext cx="5158422" cy="812402"/>
              </a:xfrm>
              <a:prstGeom prst="rect">
                <a:avLst/>
              </a:prstGeom>
              <a:blipFill>
                <a:blip r:embed="rId3"/>
                <a:stretch>
                  <a:fillRect b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C71411D-5487-1852-8FF8-48AE1005E17F}"/>
              </a:ext>
            </a:extLst>
          </p:cNvPr>
          <p:cNvSpPr txBox="1"/>
          <p:nvPr/>
        </p:nvSpPr>
        <p:spPr>
          <a:xfrm>
            <a:off x="222112" y="37257"/>
            <a:ext cx="515842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700" b="1" dirty="0" err="1">
                <a:solidFill>
                  <a:srgbClr val="FF0000"/>
                </a:solidFill>
                <a:latin typeface="Arial"/>
                <a:ea typeface="+mj-ea"/>
                <a:cs typeface="Arial"/>
              </a:rPr>
              <a:t>Validation</a:t>
            </a:r>
            <a:endParaRPr lang="en-US" sz="1700" b="1" dirty="0">
              <a:solidFill>
                <a:srgbClr val="FF0000"/>
              </a:solidFill>
              <a:latin typeface="Arial"/>
              <a:ea typeface="+mj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9504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8D2F82-D412-F8CE-A2B4-14B95F19A9D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lang="es-ES" spc="-5" smtClean="0"/>
              <a:pPr marL="38100">
                <a:lnSpc>
                  <a:spcPct val="100000"/>
                </a:lnSpc>
                <a:spcBef>
                  <a:spcPts val="65"/>
                </a:spcBef>
              </a:pPr>
              <a:t>12</a:t>
            </a:fld>
            <a:r>
              <a:rPr lang="es-ES" spc="-35" dirty="0"/>
              <a:t> </a:t>
            </a:r>
            <a:r>
              <a:rPr lang="es-ES" spc="-5" dirty="0"/>
              <a:t>/</a:t>
            </a:r>
            <a:r>
              <a:rPr lang="es-ES" spc="-35" dirty="0"/>
              <a:t> </a:t>
            </a:r>
            <a:r>
              <a:rPr lang="es-ES" spc="-5" dirty="0"/>
              <a:t>15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A28450-8AD6-28A3-F826-83736997D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5625"/>
            <a:ext cx="5638800" cy="16074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795485-270C-2BEE-C7EF-A1F401E6D978}"/>
              </a:ext>
            </a:extLst>
          </p:cNvPr>
          <p:cNvSpPr txBox="1"/>
          <p:nvPr/>
        </p:nvSpPr>
        <p:spPr>
          <a:xfrm>
            <a:off x="53023" y="2246885"/>
            <a:ext cx="519740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900" b="0" i="0" u="none" strike="noStrike" baseline="0" dirty="0">
                <a:latin typeface="ArialNarrowMTStd"/>
              </a:rPr>
              <a:t>Comparison of Lyapunov exponent estimation methods.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900" b="0" i="0" u="none" strike="noStrike" baseline="0" dirty="0">
                <a:latin typeface="ArialNarrowMTStd"/>
              </a:rPr>
              <a:t>Left panel: </a:t>
            </a:r>
            <a:r>
              <a:rPr lang="en-US" sz="900" b="0" i="0" u="none" strike="noStrike" baseline="0" dirty="0">
                <a:solidFill>
                  <a:srgbClr val="FF0000"/>
                </a:solidFill>
                <a:latin typeface="ArialNarrowMTStd"/>
              </a:rPr>
              <a:t>Lorenz system </a:t>
            </a:r>
            <a:r>
              <a:rPr lang="en-US" sz="900" b="0" i="0" u="none" strike="noStrike" baseline="0" dirty="0">
                <a:latin typeface="ArialNarrowMTStd"/>
              </a:rPr>
              <a:t>with true largest Lyapunov exponent </a:t>
            </a:r>
            <a:r>
              <a:rPr lang="en-US" sz="200" b="0" i="0" u="none" strike="noStrike" baseline="0" dirty="0">
                <a:latin typeface="ArialNarrowMTStd"/>
              </a:rPr>
              <a:t>1 </a:t>
            </a:r>
            <a:r>
              <a:rPr lang="en-US" sz="900" b="0" i="0" u="none" strike="noStrike" baseline="0" dirty="0">
                <a:latin typeface="MTSY"/>
              </a:rPr>
              <a:t>= </a:t>
            </a:r>
            <a:r>
              <a:rPr lang="en-US" sz="900" b="0" i="0" u="none" strike="noStrike" baseline="0" dirty="0">
                <a:latin typeface="ArialNarrowMTStd"/>
              </a:rPr>
              <a:t>1.5. The proposed IPC method with polynomial order </a:t>
            </a:r>
            <a:r>
              <a:rPr lang="en-US" sz="900" b="0" i="1" u="none" strike="noStrike" baseline="0" dirty="0">
                <a:latin typeface="ArialNarrowMTStd-Italic"/>
              </a:rPr>
              <a:t>p </a:t>
            </a:r>
            <a:r>
              <a:rPr lang="en-US" sz="900" b="0" i="0" u="none" strike="noStrike" baseline="0" dirty="0">
                <a:latin typeface="MTSY"/>
              </a:rPr>
              <a:t>= </a:t>
            </a:r>
            <a:r>
              <a:rPr lang="en-US" sz="900" b="0" i="0" u="none" strike="noStrike" baseline="0" dirty="0">
                <a:latin typeface="ArialNarrowMTStd"/>
              </a:rPr>
              <a:t>2 (solid lines) is compared against the legacy Wolf two-particle method (dashed lines) for three different initial conditions.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900" b="0" i="0" u="none" strike="noStrike" baseline="0" dirty="0">
                <a:latin typeface="ArialNarrowMTStd"/>
              </a:rPr>
              <a:t>Right panel: </a:t>
            </a:r>
            <a:r>
              <a:rPr lang="en-US" sz="900" dirty="0">
                <a:solidFill>
                  <a:srgbClr val="FF0000"/>
                </a:solidFill>
                <a:latin typeface="ArialNarrowMTStd"/>
              </a:rPr>
              <a:t>Rössler system </a:t>
            </a:r>
            <a:r>
              <a:rPr lang="en-US" sz="900" b="0" i="0" u="none" strike="noStrike" baseline="0" dirty="0">
                <a:latin typeface="ArialNarrowMTStd"/>
              </a:rPr>
              <a:t>with true </a:t>
            </a:r>
            <a:r>
              <a:rPr lang="en-US" sz="200" b="0" i="0" u="none" strike="noStrike" baseline="0" dirty="0">
                <a:latin typeface="ArialNarrowMTStd"/>
              </a:rPr>
              <a:t>1 </a:t>
            </a:r>
            <a:r>
              <a:rPr lang="en-US" sz="900" b="0" i="0" u="none" strike="noStrike" baseline="0" dirty="0">
                <a:latin typeface="MTSY"/>
              </a:rPr>
              <a:t>= </a:t>
            </a:r>
            <a:r>
              <a:rPr lang="en-US" sz="900" b="0" i="0" u="none" strike="noStrike" baseline="0" dirty="0">
                <a:latin typeface="ArialNarrowMTStd"/>
              </a:rPr>
              <a:t>0.0901</a:t>
            </a:r>
            <a:endParaRPr lang="en-US" sz="9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EA2EB4-C1B5-66B7-3010-7EE376681298}"/>
              </a:ext>
            </a:extLst>
          </p:cNvPr>
          <p:cNvSpPr txBox="1"/>
          <p:nvPr/>
        </p:nvSpPr>
        <p:spPr>
          <a:xfrm>
            <a:off x="139700" y="106730"/>
            <a:ext cx="5197406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700" b="1" dirty="0">
                <a:solidFill>
                  <a:srgbClr val="FF0000"/>
                </a:solidFill>
                <a:latin typeface="Arial"/>
                <a:ea typeface="+mj-ea"/>
                <a:cs typeface="Arial"/>
              </a:rPr>
              <a:t>Example using Intrusive Polynomial Chaos</a:t>
            </a:r>
          </a:p>
        </p:txBody>
      </p:sp>
    </p:spTree>
    <p:extLst>
      <p:ext uri="{BB962C8B-B14F-4D97-AF65-F5344CB8AC3E}">
        <p14:creationId xmlns:p14="http://schemas.microsoft.com/office/powerpoint/2010/main" val="1392894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032" y="73152"/>
            <a:ext cx="5253736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700" b="1" i="0" dirty="0">
                <a:solidFill>
                  <a:srgbClr val="FF0000"/>
                </a:solidFill>
              </a:rPr>
              <a:t>Non Intrusive </a:t>
            </a:r>
            <a:r>
              <a:rPr lang="es-ES" sz="1700" b="1" i="0" dirty="0" err="1">
                <a:solidFill>
                  <a:srgbClr val="FF0000"/>
                </a:solidFill>
              </a:rPr>
              <a:t>Polynomial</a:t>
            </a:r>
            <a:r>
              <a:rPr lang="es-ES" sz="1700" b="1" i="0" dirty="0">
                <a:solidFill>
                  <a:srgbClr val="FF0000"/>
                </a:solidFill>
              </a:rPr>
              <a:t> Chaos</a:t>
            </a:r>
            <a:r>
              <a:rPr sz="1700" b="1" i="0" dirty="0">
                <a:solidFill>
                  <a:srgbClr val="FF0000"/>
                </a:solidFill>
              </a:rPr>
              <a:t> &amp; Wolf convergence on the Lorenz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1082" y="579374"/>
            <a:ext cx="5029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 i="1" dirty="0">
                <a:solidFill>
                  <a:srgbClr val="777777"/>
                </a:solidFill>
              </a:rPr>
              <a:t>Running-mean LLE  ·  True λ₁ = 1.5  ·  σ=16, r=45.92, b=4  ·  σ₀=0.01, N=50, </a:t>
            </a:r>
            <a:r>
              <a:rPr sz="750" b="0" i="1" dirty="0" err="1">
                <a:solidFill>
                  <a:srgbClr val="777777"/>
                </a:solidFill>
              </a:rPr>
              <a:t>Δt</a:t>
            </a:r>
            <a:r>
              <a:rPr sz="750" b="0" i="1" dirty="0">
                <a:solidFill>
                  <a:srgbClr val="777777"/>
                </a:solidFill>
              </a:rPr>
              <a:t>=0.05 TU/segment  ·  20 000 segments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896173"/>
            <a:ext cx="2743200" cy="2103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2915744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 i="1" dirty="0">
                <a:solidFill>
                  <a:srgbClr val="777777"/>
                </a:solidFill>
              </a:rPr>
              <a:t>IPC 1/2/3 = NIPC p=2, seeds 12345/1/100  ·  Legacy 1/2 = Wolf (1985), seeds 99/777</a:t>
            </a:r>
          </a:p>
        </p:txBody>
      </p:sp>
      <p:sp>
        <p:nvSpPr>
          <p:cNvPr id="6" name="Rectangle 5"/>
          <p:cNvSpPr/>
          <p:nvPr/>
        </p:nvSpPr>
        <p:spPr>
          <a:solidFill>
            <a:srgbClr val="1E4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63900" y="852678"/>
            <a:ext cx="2309368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 i="0" dirty="0"/>
              <a:t>01  Slow transient — t &lt; 200 TU</a:t>
            </a:r>
          </a:p>
          <a:p>
            <a:pPr algn="l"/>
            <a:r>
              <a:rPr sz="750" b="0" i="0" dirty="0"/>
              <a:t>All curves start ~0.40 below true value.
Ensemble not yet in asymptotic regime;
running mean biased low initially.</a:t>
            </a:r>
          </a:p>
        </p:txBody>
      </p:sp>
      <p:sp>
        <p:nvSpPr>
          <p:cNvPr id="8" name="Rectangle 7"/>
          <p:cNvSpPr/>
          <p:nvPr/>
        </p:nvSpPr>
        <p:spPr>
          <a:solidFill>
            <a:srgbClr val="1E4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63900" y="1383030"/>
            <a:ext cx="2309368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 i="0" dirty="0"/>
              <a:t>02  Monotone convergence</a:t>
            </a:r>
          </a:p>
          <a:p>
            <a:pPr algn="l"/>
            <a:r>
              <a:rPr sz="750" b="0" i="0" dirty="0"/>
              <a:t>Running mean increases steadily and
approaches λ₁ = 1.5 after ~600 TU.
Accumulated time is the key quantity.</a:t>
            </a:r>
          </a:p>
        </p:txBody>
      </p:sp>
      <p:sp>
        <p:nvSpPr>
          <p:cNvPr id="10" name="Rectangle 9"/>
          <p:cNvSpPr/>
          <p:nvPr/>
        </p:nvSpPr>
        <p:spPr>
          <a:solidFill>
            <a:srgbClr val="1E4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63900" y="1913382"/>
            <a:ext cx="2309368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 i="0" dirty="0"/>
              <a:t>03  Seed robustness</a:t>
            </a:r>
          </a:p>
          <a:p>
            <a:pPr algn="l"/>
            <a:r>
              <a:rPr sz="750" b="0" i="0" dirty="0"/>
              <a:t>3 NIPC seeds (IPC 1–3) collapse to
the same limit — estimator is
consistent across initializations.</a:t>
            </a:r>
          </a:p>
        </p:txBody>
      </p:sp>
      <p:sp>
        <p:nvSpPr>
          <p:cNvPr id="12" name="Rectangle 11"/>
          <p:cNvSpPr/>
          <p:nvPr/>
        </p:nvSpPr>
        <p:spPr>
          <a:solidFill>
            <a:srgbClr val="1E4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63900" y="2443734"/>
            <a:ext cx="2309368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 i="0"/>
              <a:t>04  NIPC ≈ Wolf (1985)</a:t>
            </a:r>
          </a:p>
          <a:p>
            <a:pPr algn="l"/>
            <a:r>
              <a:rPr sz="750" b="0" i="0"/>
              <a:t>Legacy Wolf curves follow same path.
Both methods asymptotically equivalent;
NIPC avoids tangent-system integration.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7160" y="3116834"/>
            <a:ext cx="4572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777777"/>
                </a:solidFill>
              </a:rPr>
              <a:t>18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AC0E31-37ED-9513-BFB6-481DA8D9ECF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lang="es-ES" spc="-5" smtClean="0"/>
              <a:pPr marL="38100">
                <a:lnSpc>
                  <a:spcPct val="100000"/>
                </a:lnSpc>
                <a:spcBef>
                  <a:spcPts val="65"/>
                </a:spcBef>
              </a:pPr>
              <a:t>14</a:t>
            </a:fld>
            <a:r>
              <a:rPr lang="es-ES" spc="-35"/>
              <a:t> </a:t>
            </a:r>
            <a:r>
              <a:rPr lang="es-ES" spc="-5"/>
              <a:t>/</a:t>
            </a:r>
            <a:r>
              <a:rPr lang="es-ES" spc="-35"/>
              <a:t> 12</a:t>
            </a:r>
            <a:endParaRPr lang="es-ES" spc="-5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B8B47F-459D-619C-C144-B555818CC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4394" y="1344811"/>
            <a:ext cx="2911406" cy="18920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6EF435-CF7D-04B4-7998-680A33EFF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0"/>
            <a:ext cx="2667000" cy="1844467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5A71BC90-2948-E1FC-66F8-ADD7B707E3EA}"/>
              </a:ext>
            </a:extLst>
          </p:cNvPr>
          <p:cNvSpPr txBox="1"/>
          <p:nvPr/>
        </p:nvSpPr>
        <p:spPr>
          <a:xfrm>
            <a:off x="29253" y="1844467"/>
            <a:ext cx="288190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900" dirty="0"/>
              <a:t>Best error &lt; 0.3% at low runtime. High-order (p=3–4, yellow/teal) points cluster near the Pareto front at 1500–3500 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900" dirty="0"/>
              <a:t>Purple (p=2) spans 0.25–2.0% error; cheapest but high variance across seeds/N_COORDS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900" dirty="0"/>
              <a:t>At T_FINAL=0.02, σ₀=0.001 → order 3 gives 0.56% (min), vs 1.08% (p=2) and 0.85% (p=4)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900" dirty="0"/>
              <a:t>Columns 50→100→200 in the heatmap show no monotone improvement — T_FINAL and order dominate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1100" dirty="0"/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11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s-ES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66B4643-2D1F-67FD-F05B-BD2F08E18146}"/>
              </a:ext>
            </a:extLst>
          </p:cNvPr>
          <p:cNvSpPr txBox="1"/>
          <p:nvPr/>
        </p:nvSpPr>
        <p:spPr>
          <a:xfrm>
            <a:off x="2911153" y="-25112"/>
            <a:ext cx="2882900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900" dirty="0" err="1"/>
              <a:t>The</a:t>
            </a:r>
            <a:r>
              <a:rPr lang="es-ES" sz="900" dirty="0"/>
              <a:t> </a:t>
            </a:r>
            <a:r>
              <a:rPr lang="es-ES" sz="900" dirty="0" err="1"/>
              <a:t>parameter</a:t>
            </a:r>
            <a:r>
              <a:rPr lang="es-ES" sz="900" dirty="0"/>
              <a:t> </a:t>
            </a:r>
            <a:r>
              <a:rPr lang="es-ES" sz="900" dirty="0" err="1"/>
              <a:t>sweep</a:t>
            </a:r>
            <a:r>
              <a:rPr lang="es-ES" sz="900" dirty="0"/>
              <a:t> varies </a:t>
            </a:r>
            <a:r>
              <a:rPr lang="es-ES" sz="900" dirty="0" err="1"/>
              <a:t>four</a:t>
            </a:r>
            <a:r>
              <a:rPr lang="es-ES" sz="900" dirty="0"/>
              <a:t> NIPC </a:t>
            </a:r>
            <a:r>
              <a:rPr lang="es-ES" sz="900" dirty="0" err="1"/>
              <a:t>configuration</a:t>
            </a:r>
            <a:r>
              <a:rPr lang="es-ES" sz="900" dirty="0"/>
              <a:t> </a:t>
            </a:r>
            <a:r>
              <a:rPr lang="es-ES" sz="900" dirty="0" err="1"/>
              <a:t>parameters</a:t>
            </a:r>
            <a:r>
              <a:rPr lang="es-ES" sz="900" dirty="0"/>
              <a:t> (plus </a:t>
            </a:r>
            <a:r>
              <a:rPr lang="es-ES" sz="900" dirty="0" err="1"/>
              <a:t>measures</a:t>
            </a:r>
            <a:r>
              <a:rPr lang="es-ES" sz="900" dirty="0"/>
              <a:t> </a:t>
            </a:r>
            <a:r>
              <a:rPr lang="es-ES" sz="900" dirty="0" err="1"/>
              <a:t>two</a:t>
            </a:r>
            <a:r>
              <a:rPr lang="es-ES" sz="900" dirty="0"/>
              <a:t> outputs):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900" dirty="0" err="1"/>
              <a:t>Segment</a:t>
            </a:r>
            <a:r>
              <a:rPr lang="es-ES" sz="900" dirty="0"/>
              <a:t> </a:t>
            </a:r>
            <a:r>
              <a:rPr lang="es-ES" sz="900" dirty="0" err="1"/>
              <a:t>length</a:t>
            </a:r>
            <a:r>
              <a:rPr lang="es-ES" sz="900" dirty="0"/>
              <a:t>  TFINAL : {0.02, 0.05, 0.10} TU.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900" dirty="0" err="1"/>
              <a:t>Initial</a:t>
            </a:r>
            <a:r>
              <a:rPr lang="es-ES" sz="900" dirty="0"/>
              <a:t> ensemble spread </a:t>
            </a:r>
            <a:r>
              <a:rPr lang="el-GR" sz="900" dirty="0"/>
              <a:t>σ</a:t>
            </a:r>
            <a:r>
              <a:rPr lang="en-US" sz="900" dirty="0"/>
              <a:t>0</a:t>
            </a:r>
            <a:r>
              <a:rPr lang="el-GR" sz="900" dirty="0"/>
              <a:t> : {0.001, 0.01, 0.05}.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900" dirty="0" err="1"/>
              <a:t>Polynomial</a:t>
            </a:r>
            <a:r>
              <a:rPr lang="es-ES" sz="900" dirty="0"/>
              <a:t> chaos </a:t>
            </a:r>
            <a:r>
              <a:rPr lang="es-ES" sz="900" dirty="0" err="1"/>
              <a:t>order</a:t>
            </a:r>
            <a:r>
              <a:rPr lang="es-ES" sz="900" dirty="0"/>
              <a:t>: {2, 3, 4}.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900" dirty="0"/>
              <a:t>Time </a:t>
            </a:r>
            <a:r>
              <a:rPr lang="es-ES" sz="900" dirty="0" err="1"/>
              <a:t>grid</a:t>
            </a:r>
            <a:r>
              <a:rPr lang="es-ES" sz="900" dirty="0"/>
              <a:t> per </a:t>
            </a:r>
            <a:r>
              <a:rPr lang="es-ES" sz="900" dirty="0" err="1"/>
              <a:t>segment</a:t>
            </a:r>
            <a:r>
              <a:rPr lang="es-ES" sz="9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900" dirty="0"/>
              <a:t>N COORDS : {50, 100, 200}.</a:t>
            </a:r>
          </a:p>
          <a:p>
            <a:r>
              <a:rPr lang="es-ES" sz="900" dirty="0" err="1"/>
              <a:t>For</a:t>
            </a:r>
            <a:r>
              <a:rPr lang="es-ES" sz="900" dirty="0"/>
              <a:t> </a:t>
            </a:r>
            <a:r>
              <a:rPr lang="es-ES" sz="900" dirty="0" err="1"/>
              <a:t>each</a:t>
            </a:r>
            <a:r>
              <a:rPr lang="es-ES" sz="900" dirty="0"/>
              <a:t> </a:t>
            </a:r>
            <a:r>
              <a:rPr lang="es-ES" sz="900" dirty="0" err="1"/>
              <a:t>combination</a:t>
            </a:r>
            <a:r>
              <a:rPr lang="es-ES" sz="900" dirty="0"/>
              <a:t>, </a:t>
            </a:r>
            <a:r>
              <a:rPr lang="es-ES" sz="900" dirty="0" err="1"/>
              <a:t>it</a:t>
            </a:r>
            <a:r>
              <a:rPr lang="es-ES" sz="900" dirty="0"/>
              <a:t> </a:t>
            </a:r>
            <a:r>
              <a:rPr lang="es-ES" sz="900" dirty="0" err="1"/>
              <a:t>keeps</a:t>
            </a:r>
            <a:r>
              <a:rPr lang="es-ES" sz="900" dirty="0"/>
              <a:t> NSAMPLES = 50 and ITERATIONS = 20000 </a:t>
            </a:r>
            <a:r>
              <a:rPr lang="es-ES" sz="900" dirty="0" err="1"/>
              <a:t>fixed</a:t>
            </a:r>
            <a:endParaRPr lang="es-ES" sz="900" dirty="0"/>
          </a:p>
        </p:txBody>
      </p:sp>
    </p:spTree>
    <p:extLst>
      <p:ext uri="{BB962C8B-B14F-4D97-AF65-F5344CB8AC3E}">
        <p14:creationId xmlns:p14="http://schemas.microsoft.com/office/powerpoint/2010/main" val="33891426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8290" y="83284"/>
            <a:ext cx="5189220" cy="172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67" b="1" kern="0" spc="189" dirty="0">
                <a:solidFill>
                  <a:srgbClr val="4F9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567" dirty="0"/>
          </a:p>
        </p:txBody>
      </p:sp>
      <p:sp>
        <p:nvSpPr>
          <p:cNvPr id="3" name="Text 1"/>
          <p:cNvSpPr/>
          <p:nvPr/>
        </p:nvSpPr>
        <p:spPr>
          <a:xfrm>
            <a:off x="288290" y="256258"/>
            <a:ext cx="5189220" cy="30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19" b="1" dirty="0">
                <a:solidFill>
                  <a:srgbClr val="FF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experiment tells us</a:t>
            </a:r>
            <a:endParaRPr lang="en-US" sz="1419" dirty="0">
              <a:solidFill>
                <a:srgbClr val="FF0000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C17A52D-F4EF-9D61-1586-5D75B4AD2AF4}"/>
              </a:ext>
            </a:extLst>
          </p:cNvPr>
          <p:cNvSpPr txBox="1"/>
          <p:nvPr/>
        </p:nvSpPr>
        <p:spPr>
          <a:xfrm>
            <a:off x="224790" y="544905"/>
            <a:ext cx="17322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 dirty="0"/>
              <a:t>01</a:t>
            </a:r>
            <a:r>
              <a:rPr lang="en-US" sz="1000" b="1" i="0" dirty="0"/>
              <a:t> </a:t>
            </a:r>
            <a:r>
              <a:rPr sz="1000" b="1" i="0" dirty="0"/>
              <a:t>Variance growth tracks chaos</a:t>
            </a:r>
          </a:p>
          <a:p>
            <a:pPr algn="l"/>
            <a:r>
              <a:rPr sz="1000" b="0" i="0" dirty="0"/>
              <a:t>σ²(t) ≈ σ₀² exp(2λ₁t) for a tight initial ensemble.
Tr[Σ(t)] grows as σ²e^(2λ₁t); Gaussian cloud deforms along LLE eigenvector.
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F1121104-3188-CE44-6175-1B8BDE0EB914}"/>
              </a:ext>
            </a:extLst>
          </p:cNvPr>
          <p:cNvSpPr txBox="1"/>
          <p:nvPr/>
        </p:nvSpPr>
        <p:spPr>
          <a:xfrm>
            <a:off x="1957070" y="540463"/>
            <a:ext cx="169418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 dirty="0"/>
              <a:t>02</a:t>
            </a:r>
            <a:r>
              <a:rPr lang="en-US" sz="1000" b="1" i="0" dirty="0"/>
              <a:t> </a:t>
            </a:r>
            <a:r>
              <a:rPr sz="1000" b="1" i="0" dirty="0"/>
              <a:t>LLE estimator without tangent system</a:t>
            </a:r>
          </a:p>
          <a:p>
            <a:pPr algn="l"/>
            <a:r>
              <a:rPr sz="1000" b="0" i="0" dirty="0"/>
              <a:t>λ₁ = </a:t>
            </a:r>
            <a:r>
              <a:rPr sz="1000" b="0" i="0" dirty="0" err="1"/>
              <a:t>lim</a:t>
            </a:r>
            <a:r>
              <a:rPr sz="1000" b="0" i="0" dirty="0"/>
              <a:t>(t→∞) 1/(2t) · log[Tr[Σ(t)] / Tr[Σ₀]].
No adjoint, no recompilation — solver called as-is.
</a:t>
            </a: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98B6B89C-6A52-22CB-9DC7-39B877B41CDF}"/>
              </a:ext>
            </a:extLst>
          </p:cNvPr>
          <p:cNvSpPr txBox="1"/>
          <p:nvPr/>
        </p:nvSpPr>
        <p:spPr>
          <a:xfrm>
            <a:off x="3808732" y="561967"/>
            <a:ext cx="192405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 dirty="0"/>
              <a:t>03</a:t>
            </a:r>
            <a:r>
              <a:rPr lang="en-US" sz="1000" b="1" i="0" dirty="0"/>
              <a:t> </a:t>
            </a:r>
            <a:r>
              <a:rPr sz="1000" b="1" i="0" dirty="0"/>
              <a:t>IPC: high accuracy, intrusive</a:t>
            </a:r>
          </a:p>
          <a:p>
            <a:pPr algn="l"/>
            <a:r>
              <a:rPr sz="1000" b="0" i="0" dirty="0"/>
              <a:t>Directly reformulates model equations (Stochastic </a:t>
            </a:r>
            <a:r>
              <a:rPr sz="1000" b="0" i="0" dirty="0" err="1"/>
              <a:t>Galerkin</a:t>
            </a:r>
            <a:r>
              <a:rPr sz="1000" b="0" i="0" dirty="0"/>
              <a:t>).
High accuracy; complex implementation; computationally expensive.
</a:t>
            </a: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9DC1790E-2755-3666-84E3-0E0A91CB9993}"/>
              </a:ext>
            </a:extLst>
          </p:cNvPr>
          <p:cNvSpPr txBox="1"/>
          <p:nvPr/>
        </p:nvSpPr>
        <p:spPr>
          <a:xfrm>
            <a:off x="198755" y="1701267"/>
            <a:ext cx="16941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 dirty="0"/>
              <a:t>04</a:t>
            </a:r>
            <a:r>
              <a:rPr lang="en-US" sz="1000" b="1" i="0" dirty="0"/>
              <a:t> </a:t>
            </a:r>
            <a:r>
              <a:rPr sz="1000" b="1" i="0" dirty="0"/>
              <a:t>NIPC: flexible, sampling-dependent</a:t>
            </a:r>
          </a:p>
          <a:p>
            <a:pPr algn="l"/>
            <a:r>
              <a:rPr sz="1000" b="0" i="0" dirty="0"/>
              <a:t>No model modification; applicable to any deterministic code.
Computationally efficient, but potentially lower accuracy.</a:t>
            </a: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C3942332-CFB2-8231-F9DE-4FD9C2F073A8}"/>
              </a:ext>
            </a:extLst>
          </p:cNvPr>
          <p:cNvSpPr txBox="1"/>
          <p:nvPr/>
        </p:nvSpPr>
        <p:spPr>
          <a:xfrm>
            <a:off x="1938020" y="1745234"/>
            <a:ext cx="184404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 dirty="0"/>
              <a:t>05</a:t>
            </a:r>
            <a:r>
              <a:rPr lang="en-US" sz="1000" b="1" i="0" dirty="0"/>
              <a:t> </a:t>
            </a:r>
            <a:r>
              <a:rPr sz="1000" b="1" i="0" dirty="0"/>
              <a:t>IPC validated on Lorenz (λ₁=1.5)</a:t>
            </a:r>
          </a:p>
          <a:p>
            <a:pPr algn="l"/>
            <a:r>
              <a:rPr sz="1000" b="0" i="0" dirty="0"/>
              <a:t>IPC p=2 converges to true LLE = 1.5; </a:t>
            </a:r>
            <a:r>
              <a:rPr lang="en-US" sz="1000" b="0" i="0" dirty="0"/>
              <a:t> </a:t>
            </a:r>
            <a:r>
              <a:rPr sz="1000" b="0" i="0" dirty="0"/>
              <a:t>Also validated on Rössler (λ₁=0.0901).</a:t>
            </a:r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5604A872-AC22-D825-312B-DF1F5CC51F08}"/>
              </a:ext>
            </a:extLst>
          </p:cNvPr>
          <p:cNvSpPr txBox="1"/>
          <p:nvPr/>
        </p:nvSpPr>
        <p:spPr>
          <a:xfrm>
            <a:off x="3820160" y="1701267"/>
            <a:ext cx="18440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 dirty="0"/>
              <a:t>06</a:t>
            </a:r>
            <a:r>
              <a:rPr lang="en-US" sz="1000" b="1" i="0" dirty="0"/>
              <a:t> </a:t>
            </a:r>
            <a:r>
              <a:rPr sz="1000" b="1" i="0" dirty="0"/>
              <a:t>NIPC also converges on Lorenz</a:t>
            </a:r>
          </a:p>
          <a:p>
            <a:pPr algn="l"/>
            <a:r>
              <a:rPr sz="1000" b="0" i="0" dirty="0"/>
              <a:t>Running-mean LLE converges to 1.5 (Lorenz) with all IC sets.
Convergence slower than IPC; fluctuations large in early time.</a:t>
            </a:r>
          </a:p>
        </p:txBody>
      </p:sp>
      <p:sp>
        <p:nvSpPr>
          <p:cNvPr id="21" name="TextBox 16">
            <a:extLst>
              <a:ext uri="{FF2B5EF4-FFF2-40B4-BE49-F238E27FC236}">
                <a16:creationId xmlns:a16="http://schemas.microsoft.com/office/drawing/2014/main" id="{104F16C2-71FE-8291-D135-017C8F7D0524}"/>
              </a:ext>
            </a:extLst>
          </p:cNvPr>
          <p:cNvSpPr txBox="1"/>
          <p:nvPr/>
        </p:nvSpPr>
        <p:spPr>
          <a:xfrm>
            <a:off x="262890" y="2901596"/>
            <a:ext cx="5070856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 i="0" dirty="0"/>
              <a:t>→  Open lines:  </a:t>
            </a:r>
            <a:r>
              <a:rPr sz="850" b="0" i="0" dirty="0"/>
              <a:t>Extend to high-dimensional / CFD systems  ·  Higher-order PCE for non-Gaussian chaos  ·  Hybrid PCE–Wolf estimators  ·  Uncertainty quantification reuse in chaotic solvers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4294967295"/>
          </p:nvPr>
        </p:nvSpPr>
        <p:spPr>
          <a:xfrm>
            <a:off x="1853144" y="1278255"/>
            <a:ext cx="1935163" cy="592138"/>
          </a:xfrm>
          <a:solidFill>
            <a:schemeClr val="accent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s-ES" sz="1135" b="1" dirty="0"/>
              <a:t> </a:t>
            </a:r>
            <a:r>
              <a:rPr lang="es-ES" sz="1135" b="1" dirty="0">
                <a:latin typeface="Segoe UI" panose="020B0502040204020203" pitchFamily="34" charset="0"/>
                <a:cs typeface="Segoe UI" panose="020B0502040204020203" pitchFamily="34" charset="0"/>
              </a:rPr>
              <a:t>AEROSPACE TECHNOLOGY RESEARCH GROUP</a:t>
            </a:r>
          </a:p>
          <a:p>
            <a:pPr algn="ctr">
              <a:spcBef>
                <a:spcPts val="284"/>
              </a:spcBef>
            </a:pPr>
            <a:r>
              <a:rPr lang="es-ES" sz="1135" dirty="0">
                <a:latin typeface="Segoe UI" panose="020B0502040204020203" pitchFamily="34" charset="0"/>
                <a:cs typeface="Segoe UI" panose="020B0502040204020203" pitchFamily="34" charset="0"/>
              </a:rPr>
              <a:t>Active </a:t>
            </a:r>
            <a:r>
              <a:rPr lang="es-ES" sz="1135" dirty="0" err="1">
                <a:latin typeface="Segoe UI" panose="020B0502040204020203" pitchFamily="34" charset="0"/>
                <a:cs typeface="Segoe UI" panose="020B0502040204020203" pitchFamily="34" charset="0"/>
              </a:rPr>
              <a:t>projects</a:t>
            </a:r>
            <a:r>
              <a:rPr lang="es-ES" sz="1135" dirty="0">
                <a:latin typeface="Segoe UI" panose="020B0502040204020203" pitchFamily="34" charset="0"/>
                <a:cs typeface="Segoe UI" panose="020B0502040204020203" pitchFamily="34" charset="0"/>
              </a:rPr>
              <a:t> 25/26</a:t>
            </a:r>
          </a:p>
        </p:txBody>
      </p:sp>
      <p:pic>
        <p:nvPicPr>
          <p:cNvPr id="2050" name="Picture 2" descr="https://www.unileon.es/ficheros/informacion_general/id_visual_corporativa/escudo_oficial/escudo-txtderecha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6889" y="1888148"/>
            <a:ext cx="895858" cy="488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3 Rectángulo">
            <a:extLst>
              <a:ext uri="{FF2B5EF4-FFF2-40B4-BE49-F238E27FC236}">
                <a16:creationId xmlns:a16="http://schemas.microsoft.com/office/drawing/2014/main" id="{0C3AB073-4699-346D-594F-53E42DD76003}"/>
              </a:ext>
            </a:extLst>
          </p:cNvPr>
          <p:cNvSpPr/>
          <p:nvPr/>
        </p:nvSpPr>
        <p:spPr>
          <a:xfrm>
            <a:off x="404287" y="136480"/>
            <a:ext cx="1672082" cy="407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946" b="1" dirty="0">
                <a:latin typeface="Segoe UI" panose="020B0502040204020203" pitchFamily="34" charset="0"/>
                <a:cs typeface="Segoe UI" panose="020B0502040204020203" pitchFamily="34" charset="0"/>
              </a:rPr>
              <a:t>Low Reynolds Propellers</a:t>
            </a:r>
          </a:p>
          <a:p>
            <a:pPr marL="84082">
              <a:spcBef>
                <a:spcPts val="284"/>
              </a:spcBef>
            </a:pPr>
            <a:r>
              <a:rPr lang="en-GB" sz="851" dirty="0">
                <a:latin typeface="Segoe UI" panose="020B0502040204020203" pitchFamily="34" charset="0"/>
                <a:cs typeface="Segoe UI" panose="020B0502040204020203" pitchFamily="34" charset="0"/>
              </a:rPr>
              <a:t>National R&amp;D Program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337A827-A344-A7CF-A702-4B6048461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040" y="435637"/>
            <a:ext cx="870913" cy="50743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8C492EC-2107-06DB-F0A0-C716BC3071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960" y="504811"/>
            <a:ext cx="950929" cy="173527"/>
          </a:xfrm>
          <a:prstGeom prst="rect">
            <a:avLst/>
          </a:prstGeom>
        </p:spPr>
      </p:pic>
      <p:sp>
        <p:nvSpPr>
          <p:cNvPr id="13" name="3 Rectángulo">
            <a:extLst>
              <a:ext uri="{FF2B5EF4-FFF2-40B4-BE49-F238E27FC236}">
                <a16:creationId xmlns:a16="http://schemas.microsoft.com/office/drawing/2014/main" id="{790AB404-B434-F261-86FD-E5CD47BAA633}"/>
              </a:ext>
            </a:extLst>
          </p:cNvPr>
          <p:cNvSpPr/>
          <p:nvPr/>
        </p:nvSpPr>
        <p:spPr>
          <a:xfrm>
            <a:off x="-27946" y="1049938"/>
            <a:ext cx="1672082" cy="23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946" b="1" dirty="0" err="1">
                <a:latin typeface="Segoe UI" panose="020B0502040204020203" pitchFamily="34" charset="0"/>
                <a:cs typeface="Segoe UI" panose="020B0502040204020203" pitchFamily="34" charset="0"/>
              </a:rPr>
              <a:t>NextProp</a:t>
            </a:r>
            <a:r>
              <a:rPr lang="es-ES" sz="946" b="1" dirty="0">
                <a:latin typeface="Segoe UI" panose="020B0502040204020203" pitchFamily="34" charset="0"/>
                <a:cs typeface="Segoe UI" panose="020B0502040204020203" pitchFamily="34" charset="0"/>
              </a:rPr>
              <a:t> II</a:t>
            </a:r>
          </a:p>
        </p:txBody>
      </p:sp>
      <p:pic>
        <p:nvPicPr>
          <p:cNvPr id="17" name="Imagen 16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53D6D780-4DAA-4C11-4CB4-6D8E61A60FE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445" b="17905"/>
          <a:stretch/>
        </p:blipFill>
        <p:spPr>
          <a:xfrm>
            <a:off x="1025847" y="1239158"/>
            <a:ext cx="690791" cy="605557"/>
          </a:xfrm>
          <a:prstGeom prst="rect">
            <a:avLst/>
          </a:prstGeom>
        </p:spPr>
      </p:pic>
      <p:pic>
        <p:nvPicPr>
          <p:cNvPr id="18" name="Picture 12" descr="La ESA busca un nuevo director de Ciencia y un director de Tecnología,  Ingeniería y Calidad - Actualidad Aeroespacial">
            <a:extLst>
              <a:ext uri="{FF2B5EF4-FFF2-40B4-BE49-F238E27FC236}">
                <a16:creationId xmlns:a16="http://schemas.microsoft.com/office/drawing/2014/main" id="{C65F06D0-35DA-915D-A566-C3B8E099A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4075" y="1365978"/>
            <a:ext cx="600883" cy="381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F4110E91-8BBA-9D90-FC1C-89FD3E3C1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32" y="1372089"/>
            <a:ext cx="825645" cy="339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3 Rectángulo">
            <a:extLst>
              <a:ext uri="{FF2B5EF4-FFF2-40B4-BE49-F238E27FC236}">
                <a16:creationId xmlns:a16="http://schemas.microsoft.com/office/drawing/2014/main" id="{7549A76F-F600-7F17-41A6-1E0737306697}"/>
              </a:ext>
            </a:extLst>
          </p:cNvPr>
          <p:cNvSpPr/>
          <p:nvPr/>
        </p:nvSpPr>
        <p:spPr>
          <a:xfrm>
            <a:off x="3876306" y="1047733"/>
            <a:ext cx="1672082" cy="23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946" b="1" dirty="0" err="1">
                <a:latin typeface="Segoe UI" panose="020B0502040204020203" pitchFamily="34" charset="0"/>
                <a:cs typeface="Segoe UI" panose="020B0502040204020203" pitchFamily="34" charset="0"/>
              </a:rPr>
              <a:t>Space</a:t>
            </a:r>
            <a:r>
              <a:rPr lang="es-ES" sz="946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s-ES" sz="946" b="1" dirty="0" err="1">
                <a:latin typeface="Segoe UI" panose="020B0502040204020203" pitchFamily="34" charset="0"/>
                <a:cs typeface="Segoe UI" panose="020B0502040204020203" pitchFamily="34" charset="0"/>
              </a:rPr>
              <a:t>Debris</a:t>
            </a:r>
            <a:r>
              <a:rPr lang="es-ES" sz="946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s-ES" sz="946" b="1" dirty="0" err="1">
                <a:latin typeface="Segoe UI" panose="020B0502040204020203" pitchFamily="34" charset="0"/>
                <a:cs typeface="Segoe UI" panose="020B0502040204020203" pitchFamily="34" charset="0"/>
              </a:rPr>
              <a:t>Propagation</a:t>
            </a:r>
            <a:endParaRPr lang="es-ES" sz="946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3" name="Picture 2" descr="INVESTIGATION OF PROPAGATION ACCURACY EFFECTS WITHIN THE MODELING OF SPACE  DEBRIS">
            <a:extLst>
              <a:ext uri="{FF2B5EF4-FFF2-40B4-BE49-F238E27FC236}">
                <a16:creationId xmlns:a16="http://schemas.microsoft.com/office/drawing/2014/main" id="{197F084A-55A1-CE2C-427C-2AA6CC5A08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5" t="8897" r="23736" b="1685"/>
          <a:stretch/>
        </p:blipFill>
        <p:spPr bwMode="auto">
          <a:xfrm>
            <a:off x="4668677" y="1245136"/>
            <a:ext cx="997691" cy="676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3 Rectángulo">
            <a:extLst>
              <a:ext uri="{FF2B5EF4-FFF2-40B4-BE49-F238E27FC236}">
                <a16:creationId xmlns:a16="http://schemas.microsoft.com/office/drawing/2014/main" id="{18BDC4E5-68BD-DC0A-2320-DD5A0C3ABDEA}"/>
              </a:ext>
            </a:extLst>
          </p:cNvPr>
          <p:cNvSpPr/>
          <p:nvPr/>
        </p:nvSpPr>
        <p:spPr>
          <a:xfrm>
            <a:off x="2670899" y="135061"/>
            <a:ext cx="2815231" cy="23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946" b="1" dirty="0" err="1">
                <a:latin typeface="Segoe UI" panose="020B0502040204020203" pitchFamily="34" charset="0"/>
                <a:cs typeface="Segoe UI" panose="020B0502040204020203" pitchFamily="34" charset="0"/>
              </a:rPr>
              <a:t>iRPAS</a:t>
            </a:r>
            <a:r>
              <a:rPr lang="en-GB" sz="946" b="1" dirty="0">
                <a:latin typeface="Segoe UI" panose="020B0502040204020203" pitchFamily="34" charset="0"/>
                <a:cs typeface="Segoe UI" panose="020B0502040204020203" pitchFamily="34" charset="0"/>
              </a:rPr>
              <a:t> – Lighter-than-air vehicle technologies</a:t>
            </a:r>
          </a:p>
        </p:txBody>
      </p:sp>
      <p:pic>
        <p:nvPicPr>
          <p:cNvPr id="30" name="Imagen 29" descr="Una caricatura de una persona&#10;&#10;Descripción generada automáticamente con confianza baja">
            <a:extLst>
              <a:ext uri="{FF2B5EF4-FFF2-40B4-BE49-F238E27FC236}">
                <a16:creationId xmlns:a16="http://schemas.microsoft.com/office/drawing/2014/main" id="{6D5F2D3D-A69A-9CE3-0C27-6D41173F9F54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34" t="13725" r="23602" b="17499"/>
          <a:stretch/>
        </p:blipFill>
        <p:spPr>
          <a:xfrm>
            <a:off x="4211757" y="446916"/>
            <a:ext cx="956950" cy="496585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3138B9B9-F011-6451-0268-F0C8240D6226}"/>
              </a:ext>
            </a:extLst>
          </p:cNvPr>
          <p:cNvSpPr txBox="1"/>
          <p:nvPr/>
        </p:nvSpPr>
        <p:spPr>
          <a:xfrm>
            <a:off x="3217920" y="314782"/>
            <a:ext cx="1206013" cy="616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84"/>
              </a:spcBef>
            </a:pPr>
            <a:r>
              <a:rPr lang="es-ES" sz="851" dirty="0">
                <a:latin typeface="Segoe UI" panose="020B0502040204020203" pitchFamily="34" charset="0"/>
                <a:cs typeface="Segoe UI" panose="020B0502040204020203" pitchFamily="34" charset="0"/>
              </a:rPr>
              <a:t>Fundación John </a:t>
            </a:r>
            <a:r>
              <a:rPr lang="es-ES" sz="851" dirty="0" err="1">
                <a:latin typeface="Segoe UI" panose="020B0502040204020203" pitchFamily="34" charset="0"/>
                <a:cs typeface="Segoe UI" panose="020B0502040204020203" pitchFamily="34" charset="0"/>
              </a:rPr>
              <a:t>Goelet</a:t>
            </a:r>
            <a:r>
              <a:rPr lang="es-ES" sz="85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s-ES" sz="851" dirty="0" err="1">
                <a:latin typeface="Segoe UI" panose="020B0502040204020203" pitchFamily="34" charset="0"/>
                <a:cs typeface="Segoe UI" panose="020B0502040204020203" pitchFamily="34" charset="0"/>
              </a:rPr>
              <a:t>Entrepreneurial</a:t>
            </a:r>
            <a:r>
              <a:rPr lang="es-ES" sz="85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s-ES" sz="851" dirty="0" err="1">
                <a:latin typeface="Segoe UI" panose="020B0502040204020203" pitchFamily="34" charset="0"/>
                <a:cs typeface="Segoe UI" panose="020B0502040204020203" pitchFamily="34" charset="0"/>
              </a:rPr>
              <a:t>Enterprises</a:t>
            </a:r>
            <a:endParaRPr lang="es-ES" sz="85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30" name="Picture 6" descr="Resultado de imagen de Bandera USA">
            <a:extLst>
              <a:ext uri="{FF2B5EF4-FFF2-40B4-BE49-F238E27FC236}">
                <a16:creationId xmlns:a16="http://schemas.microsoft.com/office/drawing/2014/main" id="{D0C0D2B6-FC28-17E7-F4DD-DCE45E8B7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8910" y="643903"/>
            <a:ext cx="227201" cy="156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3 Rectángulo">
            <a:extLst>
              <a:ext uri="{FF2B5EF4-FFF2-40B4-BE49-F238E27FC236}">
                <a16:creationId xmlns:a16="http://schemas.microsoft.com/office/drawing/2014/main" id="{7B8541F0-D494-A768-F7DA-4AFDB8B55968}"/>
              </a:ext>
            </a:extLst>
          </p:cNvPr>
          <p:cNvSpPr/>
          <p:nvPr/>
        </p:nvSpPr>
        <p:spPr>
          <a:xfrm>
            <a:off x="388182" y="2179900"/>
            <a:ext cx="2021413" cy="23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946" b="1" dirty="0" err="1">
                <a:latin typeface="Segoe UI" panose="020B0502040204020203" pitchFamily="34" charset="0"/>
                <a:cs typeface="Segoe UI" panose="020B0502040204020203" pitchFamily="34" charset="0"/>
              </a:rPr>
              <a:t>Satellite</a:t>
            </a:r>
            <a:r>
              <a:rPr lang="es-ES" sz="946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s-ES" sz="946" b="1" dirty="0" err="1">
                <a:latin typeface="Segoe UI" panose="020B0502040204020203" pitchFamily="34" charset="0"/>
                <a:cs typeface="Segoe UI" panose="020B0502040204020203" pitchFamily="34" charset="0"/>
              </a:rPr>
              <a:t>Constellations</a:t>
            </a:r>
            <a:endParaRPr lang="es-ES" sz="946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32" name="Picture 8" descr="RUAG Space dispenser places 200th OneWeb satellite in orbit">
            <a:extLst>
              <a:ext uri="{FF2B5EF4-FFF2-40B4-BE49-F238E27FC236}">
                <a16:creationId xmlns:a16="http://schemas.microsoft.com/office/drawing/2014/main" id="{78E87BDA-26AF-5063-F4F9-2EB791B0C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7018" y="2495732"/>
            <a:ext cx="721153" cy="600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esultado de imagen de cdti">
            <a:extLst>
              <a:ext uri="{FF2B5EF4-FFF2-40B4-BE49-F238E27FC236}">
                <a16:creationId xmlns:a16="http://schemas.microsoft.com/office/drawing/2014/main" id="{0A0769F6-E389-9265-FF25-992DA20AEE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861" y="2515421"/>
            <a:ext cx="383750" cy="28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elecnor deimos">
            <a:extLst>
              <a:ext uri="{FF2B5EF4-FFF2-40B4-BE49-F238E27FC236}">
                <a16:creationId xmlns:a16="http://schemas.microsoft.com/office/drawing/2014/main" id="{9AEFFC90-35DD-9FCE-DAF6-A95704936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704" y="2815902"/>
            <a:ext cx="508063" cy="254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Stratobus">
            <a:extLst>
              <a:ext uri="{FF2B5EF4-FFF2-40B4-BE49-F238E27FC236}">
                <a16:creationId xmlns:a16="http://schemas.microsoft.com/office/drawing/2014/main" id="{A82E19E7-E292-53BB-12AA-2B5A923089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55" t="22754" r="15000" b="14449"/>
          <a:stretch/>
        </p:blipFill>
        <p:spPr bwMode="auto">
          <a:xfrm>
            <a:off x="4360275" y="2431004"/>
            <a:ext cx="1125855" cy="663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3 Rectángulo">
            <a:extLst>
              <a:ext uri="{FF2B5EF4-FFF2-40B4-BE49-F238E27FC236}">
                <a16:creationId xmlns:a16="http://schemas.microsoft.com/office/drawing/2014/main" id="{BF0664ED-C497-7BF0-49AA-9FE269A177DD}"/>
              </a:ext>
            </a:extLst>
          </p:cNvPr>
          <p:cNvSpPr/>
          <p:nvPr/>
        </p:nvSpPr>
        <p:spPr>
          <a:xfrm>
            <a:off x="3642462" y="2156565"/>
            <a:ext cx="1672082" cy="23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946" b="1" dirty="0">
                <a:latin typeface="Segoe UI" panose="020B0502040204020203" pitchFamily="34" charset="0"/>
                <a:cs typeface="Segoe UI" panose="020B0502040204020203" pitchFamily="34" charset="0"/>
              </a:rPr>
              <a:t>HAPS </a:t>
            </a:r>
            <a:r>
              <a:rPr lang="es-ES" sz="946" b="1" dirty="0" err="1">
                <a:latin typeface="Segoe UI" panose="020B0502040204020203" pitchFamily="34" charset="0"/>
                <a:cs typeface="Segoe UI" panose="020B0502040204020203" pitchFamily="34" charset="0"/>
              </a:rPr>
              <a:t>thermal</a:t>
            </a:r>
            <a:r>
              <a:rPr lang="es-ES" sz="946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s-ES" sz="946" b="1" dirty="0" err="1">
                <a:latin typeface="Segoe UI" panose="020B0502040204020203" pitchFamily="34" charset="0"/>
                <a:cs typeface="Segoe UI" panose="020B0502040204020203" pitchFamily="34" charset="0"/>
              </a:rPr>
              <a:t>modelling</a:t>
            </a:r>
            <a:endParaRPr lang="es-ES" sz="946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40" name="Picture 16" descr="Resultado de imagen de thale alenia space">
            <a:extLst>
              <a:ext uri="{FF2B5EF4-FFF2-40B4-BE49-F238E27FC236}">
                <a16:creationId xmlns:a16="http://schemas.microsoft.com/office/drawing/2014/main" id="{E8C47AF7-8861-E7AC-8FEC-0CD42C3117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80" t="16543" r="17007" b="26575"/>
          <a:stretch/>
        </p:blipFill>
        <p:spPr bwMode="auto">
          <a:xfrm>
            <a:off x="3607630" y="2617870"/>
            <a:ext cx="685590" cy="289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A6E400C-8382-08AB-A547-F5935315948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lang="es-ES" spc="-5" smtClean="0"/>
              <a:pPr marL="38100">
                <a:lnSpc>
                  <a:spcPct val="100000"/>
                </a:lnSpc>
                <a:spcBef>
                  <a:spcPts val="65"/>
                </a:spcBef>
              </a:pPr>
              <a:t>16</a:t>
            </a:fld>
            <a:r>
              <a:rPr lang="es-ES" spc="-35"/>
              <a:t> </a:t>
            </a:r>
            <a:r>
              <a:rPr lang="es-ES" spc="-5"/>
              <a:t>/</a:t>
            </a:r>
            <a:r>
              <a:rPr lang="es-ES" spc="-35"/>
              <a:t> </a:t>
            </a:r>
            <a:r>
              <a:rPr lang="es-ES" spc="-5"/>
              <a:t>41</a:t>
            </a:r>
            <a:endParaRPr lang="es-ES" spc="-5" dirty="0"/>
          </a:p>
        </p:txBody>
      </p:sp>
    </p:spTree>
    <p:extLst>
      <p:ext uri="{BB962C8B-B14F-4D97-AF65-F5344CB8AC3E}">
        <p14:creationId xmlns:p14="http://schemas.microsoft.com/office/powerpoint/2010/main" val="553734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75877-C615-D9D0-0117-C8B80F1FA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1E1013A-C65E-BCEC-20CC-6448942EEFA0}"/>
              </a:ext>
            </a:extLst>
          </p:cNvPr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FDC00"/>
          </a:solidFill>
        </p:spPr>
        <p:txBody>
          <a:bodyPr wrap="square" lIns="0" tIns="0" rIns="0" bIns="0" rtlCol="0"/>
          <a:lstStyle/>
          <a:p>
            <a:endParaRPr lang="es-ES" dirty="0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E391DE86-8B4A-7AFB-F4EF-E1730BB5011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4710" y="78409"/>
            <a:ext cx="609113" cy="716069"/>
          </a:xfrm>
          <a:prstGeom prst="rect">
            <a:avLst/>
          </a:prstGeom>
        </p:spPr>
      </p:pic>
      <p:sp>
        <p:nvSpPr>
          <p:cNvPr id="18" name="object 18">
            <a:extLst>
              <a:ext uri="{FF2B5EF4-FFF2-40B4-BE49-F238E27FC236}">
                <a16:creationId xmlns:a16="http://schemas.microsoft.com/office/drawing/2014/main" id="{94D8C5D8-C31B-EABC-C016-8170DE947096}"/>
              </a:ext>
            </a:extLst>
          </p:cNvPr>
          <p:cNvSpPr txBox="1"/>
          <p:nvPr/>
        </p:nvSpPr>
        <p:spPr>
          <a:xfrm>
            <a:off x="4667287" y="3120211"/>
            <a:ext cx="745490" cy="184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30" dirty="0">
                <a:solidFill>
                  <a:srgbClr val="FFDC00"/>
                </a:solidFill>
                <a:latin typeface="Calibri"/>
                <a:cs typeface="Calibri"/>
              </a:rPr>
              <a:t>Photo:</a:t>
            </a:r>
            <a:r>
              <a:rPr sz="1050" spc="50" dirty="0">
                <a:solidFill>
                  <a:srgbClr val="FFDC00"/>
                </a:solidFill>
                <a:latin typeface="Calibri"/>
                <a:cs typeface="Calibri"/>
              </a:rPr>
              <a:t> </a:t>
            </a:r>
            <a:r>
              <a:rPr sz="1050" spc="114" dirty="0">
                <a:solidFill>
                  <a:srgbClr val="FFDC00"/>
                </a:solidFill>
                <a:latin typeface="Calibri"/>
                <a:cs typeface="Calibri"/>
              </a:rPr>
              <a:t>AGG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44BCC9B-2715-2234-DD20-9CA8CA0D46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2942" y="199757"/>
            <a:ext cx="4394200" cy="288290"/>
          </a:xfrm>
        </p:spPr>
        <p:txBody>
          <a:bodyPr vert="horz" wrap="square" lIns="0" tIns="10795" rIns="0" bIns="0" rtlCol="0">
            <a:spAutoFit/>
          </a:bodyPr>
          <a:lstStyle/>
          <a:p>
            <a:r>
              <a:rPr lang="en-US" dirty="0"/>
              <a:t>Thank you for your attention</a:t>
            </a:r>
          </a:p>
        </p:txBody>
      </p:sp>
      <p:pic>
        <p:nvPicPr>
          <p:cNvPr id="9" name="Picture 8" descr="A qr code with a white background&#10;&#10;Description automatically generated">
            <a:extLst>
              <a:ext uri="{FF2B5EF4-FFF2-40B4-BE49-F238E27FC236}">
                <a16:creationId xmlns:a16="http://schemas.microsoft.com/office/drawing/2014/main" id="{3CB5F605-4B7E-80E4-63B2-5B113674B8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4933" y="110713"/>
            <a:ext cx="651460" cy="6514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C78251B-B9E2-67EB-AA8E-4CBD732AAD37}"/>
              </a:ext>
            </a:extLst>
          </p:cNvPr>
          <p:cNvSpPr txBox="1"/>
          <p:nvPr/>
        </p:nvSpPr>
        <p:spPr>
          <a:xfrm>
            <a:off x="1054100" y="532868"/>
            <a:ext cx="34485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Feel free to reach out for further discussion or follow-up questions.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AE18B6-5530-7D1A-0999-702A943CC2D5}"/>
              </a:ext>
            </a:extLst>
          </p:cNvPr>
          <p:cNvSpPr txBox="1"/>
          <p:nvPr/>
        </p:nvSpPr>
        <p:spPr>
          <a:xfrm>
            <a:off x="3216411" y="756304"/>
            <a:ext cx="344850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a.gutierrez@unileon.es</a:t>
            </a:r>
          </a:p>
          <a:p>
            <a:pPr algn="ctr"/>
            <a:r>
              <a:rPr lang="en-US" sz="1400" dirty="0"/>
              <a:t>unileon.es</a:t>
            </a:r>
          </a:p>
          <a:p>
            <a:pPr algn="ctr"/>
            <a:endParaRPr lang="en-US" sz="1400" dirty="0"/>
          </a:p>
        </p:txBody>
      </p:sp>
      <p:pic>
        <p:nvPicPr>
          <p:cNvPr id="10" name="Imagen 11">
            <a:extLst>
              <a:ext uri="{FF2B5EF4-FFF2-40B4-BE49-F238E27FC236}">
                <a16:creationId xmlns:a16="http://schemas.microsoft.com/office/drawing/2014/main" id="{98B3103B-2559-46B0-89C8-57899A41DDA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5" y="1100909"/>
            <a:ext cx="1870591" cy="1307454"/>
          </a:xfrm>
          <a:prstGeom prst="rect">
            <a:avLst/>
          </a:prstGeom>
        </p:spPr>
      </p:pic>
      <p:grpSp>
        <p:nvGrpSpPr>
          <p:cNvPr id="14" name="Grupo 24">
            <a:extLst>
              <a:ext uri="{FF2B5EF4-FFF2-40B4-BE49-F238E27FC236}">
                <a16:creationId xmlns:a16="http://schemas.microsoft.com/office/drawing/2014/main" id="{6F410138-1AD6-4EAD-9074-4FD8C8C2F458}"/>
              </a:ext>
            </a:extLst>
          </p:cNvPr>
          <p:cNvGrpSpPr/>
          <p:nvPr/>
        </p:nvGrpSpPr>
        <p:grpSpPr>
          <a:xfrm>
            <a:off x="821768" y="2129743"/>
            <a:ext cx="2457905" cy="1053350"/>
            <a:chOff x="185462" y="897297"/>
            <a:chExt cx="6399362" cy="4396412"/>
          </a:xfrm>
        </p:grpSpPr>
        <p:pic>
          <p:nvPicPr>
            <p:cNvPr id="15" name="Imagen 15">
              <a:extLst>
                <a:ext uri="{FF2B5EF4-FFF2-40B4-BE49-F238E27FC236}">
                  <a16:creationId xmlns:a16="http://schemas.microsoft.com/office/drawing/2014/main" id="{36794D59-6255-4F32-8E3D-BA6DBCC3F5A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85462" y="1073008"/>
              <a:ext cx="4421508" cy="3303758"/>
            </a:xfrm>
            <a:prstGeom prst="rect">
              <a:avLst/>
            </a:prstGeom>
          </p:spPr>
        </p:pic>
        <p:sp>
          <p:nvSpPr>
            <p:cNvPr id="16" name="3 Rectángulo">
              <a:extLst>
                <a:ext uri="{FF2B5EF4-FFF2-40B4-BE49-F238E27FC236}">
                  <a16:creationId xmlns:a16="http://schemas.microsoft.com/office/drawing/2014/main" id="{E638D50D-7077-4637-9C81-F9339F850713}"/>
                </a:ext>
              </a:extLst>
            </p:cNvPr>
            <p:cNvSpPr/>
            <p:nvPr/>
          </p:nvSpPr>
          <p:spPr>
            <a:xfrm>
              <a:off x="1126771" y="4469561"/>
              <a:ext cx="4571999" cy="824148"/>
            </a:xfrm>
            <a:prstGeom prst="rect">
              <a:avLst/>
            </a:prstGeom>
          </p:spPr>
          <p:txBody>
            <a:bodyPr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E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7" name="Imagen 14">
              <a:extLst>
                <a:ext uri="{FF2B5EF4-FFF2-40B4-BE49-F238E27FC236}">
                  <a16:creationId xmlns:a16="http://schemas.microsoft.com/office/drawing/2014/main" id="{4ABC154E-A76E-4FFD-9B35-BBCD7133B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895000" y="897298"/>
              <a:ext cx="2689824" cy="2007481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</p:pic>
        <p:sp>
          <p:nvSpPr>
            <p:cNvPr id="19" name="Trapecio 17">
              <a:extLst>
                <a:ext uri="{FF2B5EF4-FFF2-40B4-BE49-F238E27FC236}">
                  <a16:creationId xmlns:a16="http://schemas.microsoft.com/office/drawing/2014/main" id="{76C525EC-C1F4-44A2-823C-4B2360B6A8A5}"/>
                </a:ext>
              </a:extLst>
            </p:cNvPr>
            <p:cNvSpPr/>
            <p:nvPr/>
          </p:nvSpPr>
          <p:spPr>
            <a:xfrm rot="16200000">
              <a:off x="2077838" y="2325487"/>
              <a:ext cx="1224153" cy="843171"/>
            </a:xfrm>
            <a:prstGeom prst="trapezoid">
              <a:avLst>
                <a:gd name="adj" fmla="val 18289"/>
              </a:avLst>
            </a:prstGeom>
            <a:noFill/>
            <a:ln>
              <a:solidFill>
                <a:srgbClr val="A5300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/>
            </a:p>
          </p:txBody>
        </p: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4A117166-067F-47A1-AD10-75BBC7210A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17850" y="2904780"/>
              <a:ext cx="3466974" cy="454369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1">
              <a:extLst>
                <a:ext uri="{FF2B5EF4-FFF2-40B4-BE49-F238E27FC236}">
                  <a16:creationId xmlns:a16="http://schemas.microsoft.com/office/drawing/2014/main" id="{4EAE079D-54C1-4F5B-80AC-0FF8BDC9F7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8329" y="897297"/>
              <a:ext cx="1626671" cy="1402799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Picture 2" descr="CPD">
            <a:extLst>
              <a:ext uri="{FF2B5EF4-FFF2-40B4-BE49-F238E27FC236}">
                <a16:creationId xmlns:a16="http://schemas.microsoft.com/office/drawing/2014/main" id="{67C4D944-B20D-EA0B-A4AD-1BC202B70E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061" y="1232773"/>
            <a:ext cx="2417739" cy="921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 descr="logo">
            <a:extLst>
              <a:ext uri="{FF2B5EF4-FFF2-40B4-BE49-F238E27FC236}">
                <a16:creationId xmlns:a16="http://schemas.microsoft.com/office/drawing/2014/main" id="{5CB34A0F-778A-7E7D-A8C2-31C3102D924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5155" y="2193744"/>
            <a:ext cx="934693" cy="373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INVESTIGATION OF PROPAGATION ACCURACY EFFECTS WITHIN THE MODELING OF SPACE  DEBRIS">
            <a:extLst>
              <a:ext uri="{FF2B5EF4-FFF2-40B4-BE49-F238E27FC236}">
                <a16:creationId xmlns:a16="http://schemas.microsoft.com/office/drawing/2014/main" id="{03FF4762-CF6A-D1A7-3C62-48C6F24856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5" t="8897" r="23736" b="1685"/>
          <a:stretch/>
        </p:blipFill>
        <p:spPr bwMode="auto">
          <a:xfrm>
            <a:off x="3506687" y="2259283"/>
            <a:ext cx="1278999" cy="867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Imagen 12" descr="Recorte de pantalla">
            <a:extLst>
              <a:ext uri="{FF2B5EF4-FFF2-40B4-BE49-F238E27FC236}">
                <a16:creationId xmlns:a16="http://schemas.microsoft.com/office/drawing/2014/main" id="{202BF4DA-3419-3605-5435-FB6640AA711E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958692" y="1368531"/>
            <a:ext cx="1372799" cy="612090"/>
          </a:xfrm>
          <a:prstGeom prst="rect">
            <a:avLst/>
          </a:prstGeom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21041B-C4C4-3807-E18B-85BCD61709F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lang="es-ES" spc="-5" smtClean="0"/>
              <a:pPr marL="38100">
                <a:lnSpc>
                  <a:spcPct val="100000"/>
                </a:lnSpc>
                <a:spcBef>
                  <a:spcPts val="65"/>
                </a:spcBef>
              </a:pPr>
              <a:t>17</a:t>
            </a:fld>
            <a:r>
              <a:rPr lang="es-ES" spc="-35"/>
              <a:t> </a:t>
            </a:r>
            <a:r>
              <a:rPr lang="es-ES" spc="-5"/>
              <a:t>/</a:t>
            </a:r>
            <a:r>
              <a:rPr lang="es-ES" spc="-35"/>
              <a:t> 12</a:t>
            </a:r>
            <a:endParaRPr lang="es-ES" spc="-5" dirty="0"/>
          </a:p>
        </p:txBody>
      </p:sp>
    </p:spTree>
    <p:extLst>
      <p:ext uri="{BB962C8B-B14F-4D97-AF65-F5344CB8AC3E}">
        <p14:creationId xmlns:p14="http://schemas.microsoft.com/office/powerpoint/2010/main" val="4127404056"/>
      </p:ext>
    </p:extLst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00"/>
    </a:hlink>
    <a:folHlink>
      <a:srgbClr val="800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D33FCB523ADCE46BF74F15FE8507E6E" ma:contentTypeVersion="4" ma:contentTypeDescription="Crear nuevo documento." ma:contentTypeScope="" ma:versionID="8bc425e6c0c4a6329dbe1828bc2d78a0">
  <xsd:schema xmlns:xsd="http://www.w3.org/2001/XMLSchema" xmlns:xs="http://www.w3.org/2001/XMLSchema" xmlns:p="http://schemas.microsoft.com/office/2006/metadata/properties" xmlns:ns3="af0506f3-19dd-42b3-877f-9847bafd77a4" targetNamespace="http://schemas.microsoft.com/office/2006/metadata/properties" ma:root="true" ma:fieldsID="b5ac32d105c173bc0e8f4ef2a50b1787" ns3:_="">
    <xsd:import namespace="af0506f3-19dd-42b3-877f-9847bafd77a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0506f3-19dd-42b3-877f-9847bafd77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EFE16EC-9A3D-4886-BFF2-F6548D9F3017}">
  <ds:schemaRefs>
    <ds:schemaRef ds:uri="http://schemas.openxmlformats.org/package/2006/metadata/core-properties"/>
    <ds:schemaRef ds:uri="http://purl.org/dc/terms/"/>
    <ds:schemaRef ds:uri="http://schemas.microsoft.com/office/2006/documentManagement/types"/>
    <ds:schemaRef ds:uri="af0506f3-19dd-42b3-877f-9847bafd77a4"/>
    <ds:schemaRef ds:uri="http://schemas.microsoft.com/office/2006/metadata/properties"/>
    <ds:schemaRef ds:uri="http://purl.org/dc/dcmitype/"/>
    <ds:schemaRef ds:uri="http://www.w3.org/XML/1998/namespace"/>
    <ds:schemaRef ds:uri="http://purl.org/dc/elements/1.1/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3122AB0-33BB-44AD-AD0F-E2CF909B66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180A2ED-8B02-4C13-8A48-D778656A95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f0506f3-19dd-42b3-877f-9847bafd77a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5223</TotalTime>
  <Words>1943</Words>
  <Application>Microsoft Office PowerPoint</Application>
  <PresentationFormat>Personalizado</PresentationFormat>
  <Paragraphs>200</Paragraphs>
  <Slides>17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14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32" baseType="lpstr">
      <vt:lpstr>Arial</vt:lpstr>
      <vt:lpstr>ArialNarrowMTStd</vt:lpstr>
      <vt:lpstr>ArialNarrowMTStd-Italic</vt:lpstr>
      <vt:lpstr>Calibri</vt:lpstr>
      <vt:lpstr>Cambria Math</vt:lpstr>
      <vt:lpstr>MTSY</vt:lpstr>
      <vt:lpstr>Relative Book</vt:lpstr>
      <vt:lpstr>RMTMI</vt:lpstr>
      <vt:lpstr>Segoe Sans</vt:lpstr>
      <vt:lpstr>Segoe UI</vt:lpstr>
      <vt:lpstr>Space Grotesk</vt:lpstr>
      <vt:lpstr>Times New Roman</vt:lpstr>
      <vt:lpstr>Trebuchet MS</vt:lpstr>
      <vt:lpstr>Wingdings</vt:lpstr>
      <vt:lpstr>Office Theme</vt:lpstr>
      <vt:lpstr>Bridging Deterministic Chaos and Uncertainty Quantification: Polynomial Chaos Approaches to the Largest Lyapunov Exponent A. García-Gutiérreza*, A. Delgado, F. Parra, R. Echeverría  * Aerospace Engineering Department, I4 Institute, Universidad de León, Spain agarcg@unileon.es</vt:lpstr>
      <vt:lpstr>Motivation</vt:lpstr>
      <vt:lpstr>Key Ideas</vt:lpstr>
      <vt:lpstr>Presentación de PowerPoint</vt:lpstr>
      <vt:lpstr>Presentación de PowerPoint</vt:lpstr>
      <vt:lpstr>Variance-based Lyapunov exponent estimation</vt:lpstr>
      <vt:lpstr>Nonintrusive polynomial chaos method</vt:lpstr>
      <vt:lpstr>Intrusive polynomial chaos method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Thank you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Helícopteros y aeronaves diversas - Chapter 8. Stability &amp; Control</dc:title>
  <dc:creator>Adrián García Gutiérrez  agarcg@unileon.es</dc:creator>
  <cp:lastModifiedBy>ADRIAN GARCIA GUTIERREZ</cp:lastModifiedBy>
  <cp:revision>80</cp:revision>
  <dcterms:created xsi:type="dcterms:W3CDTF">2021-11-17T09:45:28Z</dcterms:created>
  <dcterms:modified xsi:type="dcterms:W3CDTF">2026-06-19T05:13:54Z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2021-11-09T00:00:00Z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2021-11-17T00:00:00Z</vt:filetime>
  </property>
  <property fmtid="{D5CDD505-2E9C-101B-9397-08002B2CF9AE}" pid="5" name="ContentTypeId">
    <vt:lpwstr>0x0101009D33FCB523ADCE46BF74F15FE8507E6E</vt:lpwstr>
  </property>
</Properties>
</file>